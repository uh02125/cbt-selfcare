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71FCC3-9E44-43CA-AF4C-439E7B7CBA23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8729F3B2-E194-461B-B8E9-197B13EFF4FB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불행한 기분을 느낌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521F94A7-3217-4D9B-B014-94F07B9A6421}" type="parTrans" cxnId="{6E8397F2-CA84-44C9-99BE-BBB526185901}">
      <dgm:prSet/>
      <dgm:spPr/>
      <dgm:t>
        <a:bodyPr/>
        <a:lstStyle/>
        <a:p>
          <a:pPr latinLnBrk="1"/>
          <a:endParaRPr lang="ko-KR" altLang="en-US"/>
        </a:p>
      </dgm:t>
    </dgm:pt>
    <dgm:pt modelId="{47DB6611-25F4-48B2-8F08-82AAA8646E04}" type="sibTrans" cxnId="{6E8397F2-CA84-44C9-99BE-BBB526185901}">
      <dgm:prSet/>
      <dgm:spPr/>
      <dgm:t>
        <a:bodyPr/>
        <a:lstStyle/>
        <a:p>
          <a:pPr latinLnBrk="1"/>
          <a:endParaRPr lang="ko-KR" altLang="en-US"/>
        </a:p>
      </dgm:t>
    </dgm:pt>
    <dgm:pt modelId="{A869D865-8B36-4D5B-B2DE-52465B125550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활동이 줄어듦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B16F1BCA-6D9C-493F-ABEB-CD3123EAE106}" type="parTrans" cxnId="{3F9D8BE2-E597-45BC-A80C-F7FAAD8AA93C}">
      <dgm:prSet/>
      <dgm:spPr/>
      <dgm:t>
        <a:bodyPr/>
        <a:lstStyle/>
        <a:p>
          <a:pPr latinLnBrk="1"/>
          <a:endParaRPr lang="ko-KR" altLang="en-US"/>
        </a:p>
      </dgm:t>
    </dgm:pt>
    <dgm:pt modelId="{B08168A3-6744-429A-A082-FE6D062F6AF9}" type="sibTrans" cxnId="{3F9D8BE2-E597-45BC-A80C-F7FAAD8AA93C}">
      <dgm:prSet/>
      <dgm:spPr/>
      <dgm:t>
        <a:bodyPr/>
        <a:lstStyle/>
        <a:p>
          <a:pPr latinLnBrk="1"/>
          <a:endParaRPr lang="ko-KR" altLang="en-US"/>
        </a:p>
      </dgm:t>
    </dgm:pt>
    <dgm:pt modelId="{59BFD6C5-C862-4CE1-8614-FEAA335BA946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더욱 우울한 기분을 느낌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04BF4F0B-932C-442A-8672-C72DE0745034}" type="parTrans" cxnId="{03A4CBEF-B4DC-4437-8DA3-946D4CF37DE7}">
      <dgm:prSet/>
      <dgm:spPr/>
      <dgm:t>
        <a:bodyPr/>
        <a:lstStyle/>
        <a:p>
          <a:pPr latinLnBrk="1"/>
          <a:endParaRPr lang="ko-KR" altLang="en-US"/>
        </a:p>
      </dgm:t>
    </dgm:pt>
    <dgm:pt modelId="{6D375879-8C03-4F24-B98A-A80AB7AA1EFD}" type="sibTrans" cxnId="{03A4CBEF-B4DC-4437-8DA3-946D4CF37DE7}">
      <dgm:prSet/>
      <dgm:spPr/>
      <dgm:t>
        <a:bodyPr/>
        <a:lstStyle/>
        <a:p>
          <a:pPr latinLnBrk="1"/>
          <a:endParaRPr lang="ko-KR" altLang="en-US"/>
        </a:p>
      </dgm:t>
    </dgm:pt>
    <dgm:pt modelId="{1B49185D-B9B7-425F-B592-B5FDA2CBB583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혼자서 시간을 보냄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7BAB1601-AF6D-4647-AF4F-2BC8717E11DB}" type="parTrans" cxnId="{2B1FD94D-4064-49BC-8FED-515C06D04D5C}">
      <dgm:prSet/>
      <dgm:spPr/>
      <dgm:t>
        <a:bodyPr/>
        <a:lstStyle/>
        <a:p>
          <a:pPr latinLnBrk="1"/>
          <a:endParaRPr lang="ko-KR" altLang="en-US"/>
        </a:p>
      </dgm:t>
    </dgm:pt>
    <dgm:pt modelId="{908C6BAF-C164-4131-9894-954D38A2536C}" type="sibTrans" cxnId="{2B1FD94D-4064-49BC-8FED-515C06D04D5C}">
      <dgm:prSet/>
      <dgm:spPr/>
      <dgm:t>
        <a:bodyPr/>
        <a:lstStyle/>
        <a:p>
          <a:pPr latinLnBrk="1"/>
          <a:endParaRPr lang="ko-KR" altLang="en-US"/>
        </a:p>
      </dgm:t>
    </dgm:pt>
    <dgm:pt modelId="{1FAB7822-9E2A-4F89-8318-3B352A430EFC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우울한 기분을 느낌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9176420E-2DEC-4757-BBA3-130E5D1851A9}" type="sibTrans" cxnId="{462E42E1-2AA4-436A-9938-CDF8A36BB037}">
      <dgm:prSet/>
      <dgm:spPr/>
      <dgm:t>
        <a:bodyPr/>
        <a:lstStyle/>
        <a:p>
          <a:pPr latinLnBrk="1"/>
          <a:endParaRPr lang="ko-KR" altLang="en-US"/>
        </a:p>
      </dgm:t>
    </dgm:pt>
    <dgm:pt modelId="{24197D73-CC65-49A3-97F0-1617E705112D}" type="parTrans" cxnId="{462E42E1-2AA4-436A-9938-CDF8A36BB037}">
      <dgm:prSet/>
      <dgm:spPr/>
      <dgm:t>
        <a:bodyPr/>
        <a:lstStyle/>
        <a:p>
          <a:pPr latinLnBrk="1"/>
          <a:endParaRPr lang="ko-KR" altLang="en-US"/>
        </a:p>
      </dgm:t>
    </dgm:pt>
    <dgm:pt modelId="{7501BAEB-4E59-429C-8576-99F3559D2332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활동이 더욱 줄어듦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7E07E1A6-A725-4053-B7A5-69C1C03171F5}" type="parTrans" cxnId="{1CA2E820-F468-4E52-AC48-0CC24955A55A}">
      <dgm:prSet/>
      <dgm:spPr/>
      <dgm:t>
        <a:bodyPr/>
        <a:lstStyle/>
        <a:p>
          <a:pPr latinLnBrk="1"/>
          <a:endParaRPr lang="ko-KR" altLang="en-US"/>
        </a:p>
      </dgm:t>
    </dgm:pt>
    <dgm:pt modelId="{8BF768E1-47BB-45C3-8B6B-356DC49280B2}" type="sibTrans" cxnId="{1CA2E820-F468-4E52-AC48-0CC24955A55A}">
      <dgm:prSet/>
      <dgm:spPr/>
      <dgm:t>
        <a:bodyPr/>
        <a:lstStyle/>
        <a:p>
          <a:pPr latinLnBrk="1"/>
          <a:endParaRPr lang="ko-KR" altLang="en-US"/>
        </a:p>
      </dgm:t>
    </dgm:pt>
    <dgm:pt modelId="{471614BA-ECA0-4891-8AEE-7B65E36618C0}" type="pres">
      <dgm:prSet presAssocID="{0971FCC3-9E44-43CA-AF4C-439E7B7CBA23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22D9BC61-2DBC-449D-A115-D9FCE1F120B7}" type="pres">
      <dgm:prSet presAssocID="{8729F3B2-E194-461B-B8E9-197B13EFF4FB}" presName="Accent1" presStyleCnt="0"/>
      <dgm:spPr/>
    </dgm:pt>
    <dgm:pt modelId="{6F10388B-3391-4934-94F4-7346CCB49AA7}" type="pres">
      <dgm:prSet presAssocID="{8729F3B2-E194-461B-B8E9-197B13EFF4FB}" presName="Accent" presStyleLbl="node1" presStyleIdx="0" presStyleCnt="6" custScaleX="218499"/>
      <dgm:spPr/>
    </dgm:pt>
    <dgm:pt modelId="{36F41F6A-5DCB-45F2-AB61-A8A7CE19E12B}" type="pres">
      <dgm:prSet presAssocID="{8729F3B2-E194-461B-B8E9-197B13EFF4FB}" presName="Parent1" presStyleLbl="revTx" presStyleIdx="0" presStyleCnt="6" custScaleX="283268">
        <dgm:presLayoutVars>
          <dgm:chMax val="1"/>
          <dgm:chPref val="1"/>
          <dgm:bulletEnabled val="1"/>
        </dgm:presLayoutVars>
      </dgm:prSet>
      <dgm:spPr/>
    </dgm:pt>
    <dgm:pt modelId="{DFBED9E4-CE5D-41E0-B8B9-453766917E52}" type="pres">
      <dgm:prSet presAssocID="{1B49185D-B9B7-425F-B592-B5FDA2CBB583}" presName="Accent2" presStyleCnt="0"/>
      <dgm:spPr/>
    </dgm:pt>
    <dgm:pt modelId="{6E1293DE-B058-4413-B942-269ED08CA1A2}" type="pres">
      <dgm:prSet presAssocID="{1B49185D-B9B7-425F-B592-B5FDA2CBB583}" presName="Accent" presStyleLbl="node1" presStyleIdx="1" presStyleCnt="6" custScaleX="218499"/>
      <dgm:spPr/>
    </dgm:pt>
    <dgm:pt modelId="{78C9312D-E18C-42A0-BF22-7D7D55D2A790}" type="pres">
      <dgm:prSet presAssocID="{1B49185D-B9B7-425F-B592-B5FDA2CBB583}" presName="Parent2" presStyleLbl="revTx" presStyleIdx="1" presStyleCnt="6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780313A-1471-46CB-9A46-52690992171D}" type="pres">
      <dgm:prSet presAssocID="{1FAB7822-9E2A-4F89-8318-3B352A430EFC}" presName="Accent3" presStyleCnt="0"/>
      <dgm:spPr/>
    </dgm:pt>
    <dgm:pt modelId="{9A0A4AFE-DAA0-4CC8-ABAD-327B8FBBE35B}" type="pres">
      <dgm:prSet presAssocID="{1FAB7822-9E2A-4F89-8318-3B352A430EFC}" presName="Accent" presStyleLbl="node1" presStyleIdx="2" presStyleCnt="6" custScaleX="218499"/>
      <dgm:spPr/>
    </dgm:pt>
    <dgm:pt modelId="{B09D4DB2-6B84-42A2-9991-6249F96487F2}" type="pres">
      <dgm:prSet presAssocID="{1FAB7822-9E2A-4F89-8318-3B352A430EFC}" presName="Parent3" presStyleLbl="revTx" presStyleIdx="2" presStyleCnt="6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267AAF-A59F-4BA3-84AB-82C5DEB1EE8D}" type="pres">
      <dgm:prSet presAssocID="{A869D865-8B36-4D5B-B2DE-52465B125550}" presName="Accent4" presStyleCnt="0"/>
      <dgm:spPr/>
    </dgm:pt>
    <dgm:pt modelId="{7656D9CB-1900-4E73-A8C8-98CB891EF11C}" type="pres">
      <dgm:prSet presAssocID="{A869D865-8B36-4D5B-B2DE-52465B125550}" presName="Accent" presStyleLbl="node1" presStyleIdx="3" presStyleCnt="6" custScaleX="218499"/>
      <dgm:spPr/>
    </dgm:pt>
    <dgm:pt modelId="{B783AABB-CCE2-433E-8132-41D860535D4C}" type="pres">
      <dgm:prSet presAssocID="{A869D865-8B36-4D5B-B2DE-52465B125550}" presName="Parent4" presStyleLbl="revTx" presStyleIdx="3" presStyleCnt="6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B65DB794-3681-48AC-98BE-F072EAA6CF8C}" type="pres">
      <dgm:prSet presAssocID="{59BFD6C5-C862-4CE1-8614-FEAA335BA946}" presName="Accent5" presStyleCnt="0"/>
      <dgm:spPr/>
    </dgm:pt>
    <dgm:pt modelId="{AF3567D2-F94B-41C4-B8DC-107C5861B0E6}" type="pres">
      <dgm:prSet presAssocID="{59BFD6C5-C862-4CE1-8614-FEAA335BA946}" presName="Accent" presStyleLbl="node1" presStyleIdx="4" presStyleCnt="6" custScaleX="218499"/>
      <dgm:spPr/>
    </dgm:pt>
    <dgm:pt modelId="{D6A0E8A7-90CF-47A1-9F70-D146D102665C}" type="pres">
      <dgm:prSet presAssocID="{59BFD6C5-C862-4CE1-8614-FEAA335BA946}" presName="Parent5" presStyleLbl="revTx" presStyleIdx="4" presStyleCnt="6" custScaleX="356871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91DF84B-BD54-442A-9579-CDB03AE2FA5E}" type="pres">
      <dgm:prSet presAssocID="{7501BAEB-4E59-429C-8576-99F3559D2332}" presName="Accent6" presStyleCnt="0"/>
      <dgm:spPr/>
    </dgm:pt>
    <dgm:pt modelId="{8DD22AB4-E901-4BC3-A9E8-955EA2F554A0}" type="pres">
      <dgm:prSet presAssocID="{7501BAEB-4E59-429C-8576-99F3559D2332}" presName="Accent" presStyleLbl="node1" presStyleIdx="5" presStyleCnt="6" custScaleX="218499"/>
      <dgm:spPr/>
    </dgm:pt>
    <dgm:pt modelId="{25EDD8C1-12DA-453F-A8D2-6541A8685FE8}" type="pres">
      <dgm:prSet presAssocID="{7501BAEB-4E59-429C-8576-99F3559D2332}" presName="Parent6" presStyleLbl="revTx" presStyleIdx="5" presStyleCnt="6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78843D84-C8EE-4E6A-9897-BDCD9DE45DCA}" type="presOf" srcId="{1B49185D-B9B7-425F-B592-B5FDA2CBB583}" destId="{78C9312D-E18C-42A0-BF22-7D7D55D2A790}" srcOrd="0" destOrd="0" presId="urn:microsoft.com/office/officeart/2009/layout/CircleArrowProcess"/>
    <dgm:cxn modelId="{6E8397F2-CA84-44C9-99BE-BBB526185901}" srcId="{0971FCC3-9E44-43CA-AF4C-439E7B7CBA23}" destId="{8729F3B2-E194-461B-B8E9-197B13EFF4FB}" srcOrd="0" destOrd="0" parTransId="{521F94A7-3217-4D9B-B014-94F07B9A6421}" sibTransId="{47DB6611-25F4-48B2-8F08-82AAA8646E04}"/>
    <dgm:cxn modelId="{353CAEF6-1BA4-47AA-93A9-C0C3B565821D}" type="presOf" srcId="{59BFD6C5-C862-4CE1-8614-FEAA335BA946}" destId="{D6A0E8A7-90CF-47A1-9F70-D146D102665C}" srcOrd="0" destOrd="0" presId="urn:microsoft.com/office/officeart/2009/layout/CircleArrowProcess"/>
    <dgm:cxn modelId="{2512CF33-12BA-46FD-AE56-8BC26251DB31}" type="presOf" srcId="{1FAB7822-9E2A-4F89-8318-3B352A430EFC}" destId="{B09D4DB2-6B84-42A2-9991-6249F96487F2}" srcOrd="0" destOrd="0" presId="urn:microsoft.com/office/officeart/2009/layout/CircleArrowProcess"/>
    <dgm:cxn modelId="{462E42E1-2AA4-436A-9938-CDF8A36BB037}" srcId="{0971FCC3-9E44-43CA-AF4C-439E7B7CBA23}" destId="{1FAB7822-9E2A-4F89-8318-3B352A430EFC}" srcOrd="2" destOrd="0" parTransId="{24197D73-CC65-49A3-97F0-1617E705112D}" sibTransId="{9176420E-2DEC-4757-BBA3-130E5D1851A9}"/>
    <dgm:cxn modelId="{2B1FD94D-4064-49BC-8FED-515C06D04D5C}" srcId="{0971FCC3-9E44-43CA-AF4C-439E7B7CBA23}" destId="{1B49185D-B9B7-425F-B592-B5FDA2CBB583}" srcOrd="1" destOrd="0" parTransId="{7BAB1601-AF6D-4647-AF4F-2BC8717E11DB}" sibTransId="{908C6BAF-C164-4131-9894-954D38A2536C}"/>
    <dgm:cxn modelId="{6CCD194E-302B-46AE-96B7-5809BF906EF1}" type="presOf" srcId="{7501BAEB-4E59-429C-8576-99F3559D2332}" destId="{25EDD8C1-12DA-453F-A8D2-6541A8685FE8}" srcOrd="0" destOrd="0" presId="urn:microsoft.com/office/officeart/2009/layout/CircleArrowProcess"/>
    <dgm:cxn modelId="{3F9D8BE2-E597-45BC-A80C-F7FAAD8AA93C}" srcId="{0971FCC3-9E44-43CA-AF4C-439E7B7CBA23}" destId="{A869D865-8B36-4D5B-B2DE-52465B125550}" srcOrd="3" destOrd="0" parTransId="{B16F1BCA-6D9C-493F-ABEB-CD3123EAE106}" sibTransId="{B08168A3-6744-429A-A082-FE6D062F6AF9}"/>
    <dgm:cxn modelId="{03A4CBEF-B4DC-4437-8DA3-946D4CF37DE7}" srcId="{0971FCC3-9E44-43CA-AF4C-439E7B7CBA23}" destId="{59BFD6C5-C862-4CE1-8614-FEAA335BA946}" srcOrd="4" destOrd="0" parTransId="{04BF4F0B-932C-442A-8672-C72DE0745034}" sibTransId="{6D375879-8C03-4F24-B98A-A80AB7AA1EFD}"/>
    <dgm:cxn modelId="{1CA2E820-F468-4E52-AC48-0CC24955A55A}" srcId="{0971FCC3-9E44-43CA-AF4C-439E7B7CBA23}" destId="{7501BAEB-4E59-429C-8576-99F3559D2332}" srcOrd="5" destOrd="0" parTransId="{7E07E1A6-A725-4053-B7A5-69C1C03171F5}" sibTransId="{8BF768E1-47BB-45C3-8B6B-356DC49280B2}"/>
    <dgm:cxn modelId="{68910802-4738-48AE-AD5F-8396A108C099}" type="presOf" srcId="{A869D865-8B36-4D5B-B2DE-52465B125550}" destId="{B783AABB-CCE2-433E-8132-41D860535D4C}" srcOrd="0" destOrd="0" presId="urn:microsoft.com/office/officeart/2009/layout/CircleArrowProcess"/>
    <dgm:cxn modelId="{61D13E64-C0C5-4948-987F-A66F14995BB3}" type="presOf" srcId="{8729F3B2-E194-461B-B8E9-197B13EFF4FB}" destId="{36F41F6A-5DCB-45F2-AB61-A8A7CE19E12B}" srcOrd="0" destOrd="0" presId="urn:microsoft.com/office/officeart/2009/layout/CircleArrowProcess"/>
    <dgm:cxn modelId="{8C74FBFC-B7F7-48EB-9F3E-BECF6D0900F0}" type="presOf" srcId="{0971FCC3-9E44-43CA-AF4C-439E7B7CBA23}" destId="{471614BA-ECA0-4891-8AEE-7B65E36618C0}" srcOrd="0" destOrd="0" presId="urn:microsoft.com/office/officeart/2009/layout/CircleArrowProcess"/>
    <dgm:cxn modelId="{0C2FD6BF-DF69-482D-B64E-338A5F4F2BAD}" type="presParOf" srcId="{471614BA-ECA0-4891-8AEE-7B65E36618C0}" destId="{22D9BC61-2DBC-449D-A115-D9FCE1F120B7}" srcOrd="0" destOrd="0" presId="urn:microsoft.com/office/officeart/2009/layout/CircleArrowProcess"/>
    <dgm:cxn modelId="{0ADD0F66-5998-48A5-B1BB-9A0C306F3BA8}" type="presParOf" srcId="{22D9BC61-2DBC-449D-A115-D9FCE1F120B7}" destId="{6F10388B-3391-4934-94F4-7346CCB49AA7}" srcOrd="0" destOrd="0" presId="urn:microsoft.com/office/officeart/2009/layout/CircleArrowProcess"/>
    <dgm:cxn modelId="{3E241F6A-5F61-4913-84BE-7DAC1FD94441}" type="presParOf" srcId="{471614BA-ECA0-4891-8AEE-7B65E36618C0}" destId="{36F41F6A-5DCB-45F2-AB61-A8A7CE19E12B}" srcOrd="1" destOrd="0" presId="urn:microsoft.com/office/officeart/2009/layout/CircleArrowProcess"/>
    <dgm:cxn modelId="{E0A409B7-32EE-43CA-A1A8-D0525C59B703}" type="presParOf" srcId="{471614BA-ECA0-4891-8AEE-7B65E36618C0}" destId="{DFBED9E4-CE5D-41E0-B8B9-453766917E52}" srcOrd="2" destOrd="0" presId="urn:microsoft.com/office/officeart/2009/layout/CircleArrowProcess"/>
    <dgm:cxn modelId="{6191244C-53F8-4907-9899-B46400EF69FC}" type="presParOf" srcId="{DFBED9E4-CE5D-41E0-B8B9-453766917E52}" destId="{6E1293DE-B058-4413-B942-269ED08CA1A2}" srcOrd="0" destOrd="0" presId="urn:microsoft.com/office/officeart/2009/layout/CircleArrowProcess"/>
    <dgm:cxn modelId="{26475B46-573E-4597-B2F2-376B03DF0E7C}" type="presParOf" srcId="{471614BA-ECA0-4891-8AEE-7B65E36618C0}" destId="{78C9312D-E18C-42A0-BF22-7D7D55D2A790}" srcOrd="3" destOrd="0" presId="urn:microsoft.com/office/officeart/2009/layout/CircleArrowProcess"/>
    <dgm:cxn modelId="{D46CA394-2B2B-4251-B366-3350D6F540D2}" type="presParOf" srcId="{471614BA-ECA0-4891-8AEE-7B65E36618C0}" destId="{8780313A-1471-46CB-9A46-52690992171D}" srcOrd="4" destOrd="0" presId="urn:microsoft.com/office/officeart/2009/layout/CircleArrowProcess"/>
    <dgm:cxn modelId="{3BFB1662-9C9F-4695-8483-B96C5EC989AB}" type="presParOf" srcId="{8780313A-1471-46CB-9A46-52690992171D}" destId="{9A0A4AFE-DAA0-4CC8-ABAD-327B8FBBE35B}" srcOrd="0" destOrd="0" presId="urn:microsoft.com/office/officeart/2009/layout/CircleArrowProcess"/>
    <dgm:cxn modelId="{61511BC1-8340-45A4-A101-A3FF9B98CBDD}" type="presParOf" srcId="{471614BA-ECA0-4891-8AEE-7B65E36618C0}" destId="{B09D4DB2-6B84-42A2-9991-6249F96487F2}" srcOrd="5" destOrd="0" presId="urn:microsoft.com/office/officeart/2009/layout/CircleArrowProcess"/>
    <dgm:cxn modelId="{67EA9190-C9D0-4DBF-A020-ACB6856F4B48}" type="presParOf" srcId="{471614BA-ECA0-4891-8AEE-7B65E36618C0}" destId="{C1267AAF-A59F-4BA3-84AB-82C5DEB1EE8D}" srcOrd="6" destOrd="0" presId="urn:microsoft.com/office/officeart/2009/layout/CircleArrowProcess"/>
    <dgm:cxn modelId="{B0C8ED5F-C22A-412B-9D98-B221FBFCA9C2}" type="presParOf" srcId="{C1267AAF-A59F-4BA3-84AB-82C5DEB1EE8D}" destId="{7656D9CB-1900-4E73-A8C8-98CB891EF11C}" srcOrd="0" destOrd="0" presId="urn:microsoft.com/office/officeart/2009/layout/CircleArrowProcess"/>
    <dgm:cxn modelId="{CE97EAAF-AD99-46F2-8C46-BD1886CF91E8}" type="presParOf" srcId="{471614BA-ECA0-4891-8AEE-7B65E36618C0}" destId="{B783AABB-CCE2-433E-8132-41D860535D4C}" srcOrd="7" destOrd="0" presId="urn:microsoft.com/office/officeart/2009/layout/CircleArrowProcess"/>
    <dgm:cxn modelId="{E7CC4A4A-0428-4363-8498-CBAB4413A8AA}" type="presParOf" srcId="{471614BA-ECA0-4891-8AEE-7B65E36618C0}" destId="{B65DB794-3681-48AC-98BE-F072EAA6CF8C}" srcOrd="8" destOrd="0" presId="urn:microsoft.com/office/officeart/2009/layout/CircleArrowProcess"/>
    <dgm:cxn modelId="{76144600-7614-45E3-9AB6-6226DD4B66D6}" type="presParOf" srcId="{B65DB794-3681-48AC-98BE-F072EAA6CF8C}" destId="{AF3567D2-F94B-41C4-B8DC-107C5861B0E6}" srcOrd="0" destOrd="0" presId="urn:microsoft.com/office/officeart/2009/layout/CircleArrowProcess"/>
    <dgm:cxn modelId="{6610AF0F-E561-4457-9D04-0914994306C4}" type="presParOf" srcId="{471614BA-ECA0-4891-8AEE-7B65E36618C0}" destId="{D6A0E8A7-90CF-47A1-9F70-D146D102665C}" srcOrd="9" destOrd="0" presId="urn:microsoft.com/office/officeart/2009/layout/CircleArrowProcess"/>
    <dgm:cxn modelId="{66646CBD-604F-4E5E-9792-0FB2D1B5D460}" type="presParOf" srcId="{471614BA-ECA0-4891-8AEE-7B65E36618C0}" destId="{A91DF84B-BD54-442A-9579-CDB03AE2FA5E}" srcOrd="10" destOrd="0" presId="urn:microsoft.com/office/officeart/2009/layout/CircleArrowProcess"/>
    <dgm:cxn modelId="{9B72E69C-8C70-4FB4-91A1-A7A2DF8E5BD1}" type="presParOf" srcId="{A91DF84B-BD54-442A-9579-CDB03AE2FA5E}" destId="{8DD22AB4-E901-4BC3-A9E8-955EA2F554A0}" srcOrd="0" destOrd="0" presId="urn:microsoft.com/office/officeart/2009/layout/CircleArrowProcess"/>
    <dgm:cxn modelId="{4EB2437F-8F54-4644-8D2C-171DBC31DB44}" type="presParOf" srcId="{471614BA-ECA0-4891-8AEE-7B65E36618C0}" destId="{25EDD8C1-12DA-453F-A8D2-6541A8685FE8}" srcOrd="11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71FCC3-9E44-43CA-AF4C-439E7B7CBA23}" type="doc">
      <dgm:prSet loTypeId="urn:microsoft.com/office/officeart/2009/layout/CircleArrowProcess" loCatId="process" qsTypeId="urn:microsoft.com/office/officeart/2005/8/quickstyle/simple1" qsCatId="simple" csTypeId="urn:microsoft.com/office/officeart/2005/8/colors/accent1_2" csCatId="accent1" phldr="1"/>
      <dgm:spPr>
        <a:scene3d>
          <a:camera prst="orthographicFront">
            <a:rot lat="0" lon="21599994" rev="10800000"/>
          </a:camera>
          <a:lightRig rig="threePt" dir="t"/>
        </a:scene3d>
      </dgm:spPr>
      <dgm:t>
        <a:bodyPr/>
        <a:lstStyle/>
        <a:p>
          <a:pPr latinLnBrk="1"/>
          <a:endParaRPr lang="ko-KR" altLang="en-US"/>
        </a:p>
      </dgm:t>
    </dgm:pt>
    <dgm:pt modelId="{8729F3B2-E194-461B-B8E9-197B13EFF4FB}">
      <dgm:prSet phldrT="[텍스트]" custT="1"/>
      <dgm:spPr/>
      <dgm:t>
        <a:bodyPr/>
        <a:lstStyle/>
        <a:p>
          <a:pPr latinLnBrk="1"/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어떤 일을 </a:t>
          </a:r>
          <a:r>
            <a:rPr lang="ko-KR" altLang="en-US" sz="1800" b="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성공적으로 해냄</a:t>
          </a:r>
          <a:endParaRPr lang="ko-KR" altLang="en-US" sz="1800" b="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521F94A7-3217-4D9B-B014-94F07B9A6421}" type="parTrans" cxnId="{6E8397F2-CA84-44C9-99BE-BBB526185901}">
      <dgm:prSet/>
      <dgm:spPr/>
      <dgm:t>
        <a:bodyPr/>
        <a:lstStyle/>
        <a:p>
          <a:pPr latinLnBrk="1"/>
          <a:endParaRPr lang="ko-KR" altLang="en-US"/>
        </a:p>
      </dgm:t>
    </dgm:pt>
    <dgm:pt modelId="{47DB6611-25F4-48B2-8F08-82AAA8646E04}" type="sibTrans" cxnId="{6E8397F2-CA84-44C9-99BE-BBB526185901}">
      <dgm:prSet/>
      <dgm:spPr/>
      <dgm:t>
        <a:bodyPr/>
        <a:lstStyle/>
        <a:p>
          <a:pPr latinLnBrk="1"/>
          <a:endParaRPr lang="ko-KR" altLang="en-US"/>
        </a:p>
      </dgm:t>
    </dgm:pt>
    <dgm:pt modelId="{A869D865-8B36-4D5B-B2DE-52465B125550}">
      <dgm:prSet phldrT="[텍스트]" custT="1"/>
      <dgm:spPr/>
      <dgm:t>
        <a:bodyPr/>
        <a:lstStyle/>
        <a:p>
          <a:pPr latinLnBrk="1"/>
          <a:r>
            <a:rPr lang="ko-KR" altLang="en-US" sz="1800" b="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기분이 더욱 좋아짐</a:t>
          </a:r>
          <a:endParaRPr lang="ko-KR" altLang="en-US" sz="1800" b="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B16F1BCA-6D9C-493F-ABEB-CD3123EAE106}" type="parTrans" cxnId="{3F9D8BE2-E597-45BC-A80C-F7FAAD8AA93C}">
      <dgm:prSet/>
      <dgm:spPr/>
      <dgm:t>
        <a:bodyPr/>
        <a:lstStyle/>
        <a:p>
          <a:pPr latinLnBrk="1"/>
          <a:endParaRPr lang="ko-KR" altLang="en-US"/>
        </a:p>
      </dgm:t>
    </dgm:pt>
    <dgm:pt modelId="{B08168A3-6744-429A-A082-FE6D062F6AF9}" type="sibTrans" cxnId="{3F9D8BE2-E597-45BC-A80C-F7FAAD8AA93C}">
      <dgm:prSet/>
      <dgm:spPr/>
      <dgm:t>
        <a:bodyPr/>
        <a:lstStyle/>
        <a:p>
          <a:pPr latinLnBrk="1"/>
          <a:endParaRPr lang="ko-KR" altLang="en-US"/>
        </a:p>
      </dgm:t>
    </dgm:pt>
    <dgm:pt modelId="{1B49185D-B9B7-425F-B592-B5FDA2CBB583}">
      <dgm:prSet phldrT="[텍스트]" custT="1"/>
      <dgm:spPr/>
      <dgm:t>
        <a:bodyPr/>
        <a:lstStyle/>
        <a:p>
          <a:pPr latinLnBrk="1"/>
          <a:r>
            <a:rPr lang="ko-KR" altLang="en-US" sz="1800" b="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기분이 좋음</a:t>
          </a:r>
          <a:endParaRPr lang="ko-KR" altLang="en-US" sz="1800" b="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7BAB1601-AF6D-4647-AF4F-2BC8717E11DB}" type="parTrans" cxnId="{2B1FD94D-4064-49BC-8FED-515C06D04D5C}">
      <dgm:prSet/>
      <dgm:spPr/>
      <dgm:t>
        <a:bodyPr/>
        <a:lstStyle/>
        <a:p>
          <a:pPr latinLnBrk="1"/>
          <a:endParaRPr lang="ko-KR" altLang="en-US"/>
        </a:p>
      </dgm:t>
    </dgm:pt>
    <dgm:pt modelId="{908C6BAF-C164-4131-9894-954D38A2536C}" type="sibTrans" cxnId="{2B1FD94D-4064-49BC-8FED-515C06D04D5C}">
      <dgm:prSet/>
      <dgm:spPr/>
      <dgm:t>
        <a:bodyPr/>
        <a:lstStyle/>
        <a:p>
          <a:pPr latinLnBrk="1"/>
          <a:endParaRPr lang="ko-KR" altLang="en-US"/>
        </a:p>
      </dgm:t>
    </dgm:pt>
    <dgm:pt modelId="{1FAB7822-9E2A-4F89-8318-3B352A430EFC}">
      <dgm:prSet phldrT="[텍스트]" custT="1"/>
      <dgm:spPr/>
      <dgm:t>
        <a:bodyPr/>
        <a:lstStyle/>
        <a:p>
          <a:pPr latinLnBrk="1"/>
          <a:r>
            <a:rPr lang="ko-KR" altLang="en-US" sz="1800" b="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친구들과 즐거운 일을 함</a:t>
          </a:r>
          <a:endParaRPr lang="ko-KR" altLang="en-US" sz="1800" b="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9176420E-2DEC-4757-BBA3-130E5D1851A9}" type="sibTrans" cxnId="{462E42E1-2AA4-436A-9938-CDF8A36BB037}">
      <dgm:prSet/>
      <dgm:spPr/>
      <dgm:t>
        <a:bodyPr/>
        <a:lstStyle/>
        <a:p>
          <a:pPr latinLnBrk="1"/>
          <a:endParaRPr lang="ko-KR" altLang="en-US"/>
        </a:p>
      </dgm:t>
    </dgm:pt>
    <dgm:pt modelId="{24197D73-CC65-49A3-97F0-1617E705112D}" type="parTrans" cxnId="{462E42E1-2AA4-436A-9938-CDF8A36BB037}">
      <dgm:prSet/>
      <dgm:spPr/>
      <dgm:t>
        <a:bodyPr/>
        <a:lstStyle/>
        <a:p>
          <a:pPr latinLnBrk="1"/>
          <a:endParaRPr lang="ko-KR" altLang="en-US"/>
        </a:p>
      </dgm:t>
    </dgm:pt>
    <dgm:pt modelId="{7501BAEB-4E59-429C-8576-99F3559D2332}">
      <dgm:prSet phldrT="[텍스트]" custT="1"/>
      <dgm:spPr/>
      <dgm:t>
        <a:bodyPr/>
        <a:lstStyle/>
        <a:p>
          <a:pPr latinLnBrk="1"/>
          <a:r>
            <a:rPr lang="ko-KR" altLang="en-US" sz="1800" b="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학교에서 더욱 잘 지</a:t>
          </a:r>
          <a:r>
            <a:rPr lang="ko-KR" altLang="en-US" sz="18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냄</a:t>
          </a:r>
          <a:endParaRPr lang="ko-KR" altLang="en-US" sz="18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gm:t>
    </dgm:pt>
    <dgm:pt modelId="{7E07E1A6-A725-4053-B7A5-69C1C03171F5}" type="parTrans" cxnId="{1CA2E820-F468-4E52-AC48-0CC24955A55A}">
      <dgm:prSet/>
      <dgm:spPr/>
      <dgm:t>
        <a:bodyPr/>
        <a:lstStyle/>
        <a:p>
          <a:pPr latinLnBrk="1"/>
          <a:endParaRPr lang="ko-KR" altLang="en-US"/>
        </a:p>
      </dgm:t>
    </dgm:pt>
    <dgm:pt modelId="{8BF768E1-47BB-45C3-8B6B-356DC49280B2}" type="sibTrans" cxnId="{1CA2E820-F468-4E52-AC48-0CC24955A55A}">
      <dgm:prSet/>
      <dgm:spPr/>
      <dgm:t>
        <a:bodyPr/>
        <a:lstStyle/>
        <a:p>
          <a:pPr latinLnBrk="1"/>
          <a:endParaRPr lang="ko-KR" altLang="en-US"/>
        </a:p>
      </dgm:t>
    </dgm:pt>
    <dgm:pt modelId="{471614BA-ECA0-4891-8AEE-7B65E36618C0}" type="pres">
      <dgm:prSet presAssocID="{0971FCC3-9E44-43CA-AF4C-439E7B7CBA23}" presName="Name0" presStyleCnt="0">
        <dgm:presLayoutVars>
          <dgm:chMax val="7"/>
          <dgm:chPref val="7"/>
          <dgm:dir val="rev"/>
          <dgm:animLvl val="lvl"/>
        </dgm:presLayoutVars>
      </dgm:prSet>
      <dgm:spPr/>
    </dgm:pt>
    <dgm:pt modelId="{22D9BC61-2DBC-449D-A115-D9FCE1F120B7}" type="pres">
      <dgm:prSet presAssocID="{8729F3B2-E194-461B-B8E9-197B13EFF4FB}" presName="Accent1" presStyleCnt="0"/>
      <dgm:spPr/>
    </dgm:pt>
    <dgm:pt modelId="{6F10388B-3391-4934-94F4-7346CCB49AA7}" type="pres">
      <dgm:prSet presAssocID="{8729F3B2-E194-461B-B8E9-197B13EFF4FB}" presName="Accent" presStyleLbl="node1" presStyleIdx="0" presStyleCnt="5" custScaleX="218499"/>
      <dgm:spPr/>
    </dgm:pt>
    <dgm:pt modelId="{36F41F6A-5DCB-45F2-AB61-A8A7CE19E12B}" type="pres">
      <dgm:prSet presAssocID="{8729F3B2-E194-461B-B8E9-197B13EFF4FB}" presName="Parent1" presStyleLbl="revTx" presStyleIdx="0" presStyleCnt="5" custAng="10800000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DFBED9E4-CE5D-41E0-B8B9-453766917E52}" type="pres">
      <dgm:prSet presAssocID="{1B49185D-B9B7-425F-B592-B5FDA2CBB583}" presName="Accent2" presStyleCnt="0"/>
      <dgm:spPr/>
    </dgm:pt>
    <dgm:pt modelId="{6E1293DE-B058-4413-B942-269ED08CA1A2}" type="pres">
      <dgm:prSet presAssocID="{1B49185D-B9B7-425F-B592-B5FDA2CBB583}" presName="Accent" presStyleLbl="node1" presStyleIdx="1" presStyleCnt="5" custScaleX="218499"/>
      <dgm:spPr/>
    </dgm:pt>
    <dgm:pt modelId="{78C9312D-E18C-42A0-BF22-7D7D55D2A790}" type="pres">
      <dgm:prSet presAssocID="{1B49185D-B9B7-425F-B592-B5FDA2CBB583}" presName="Parent2" presStyleLbl="revTx" presStyleIdx="1" presStyleCnt="5" custAng="10800000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780313A-1471-46CB-9A46-52690992171D}" type="pres">
      <dgm:prSet presAssocID="{1FAB7822-9E2A-4F89-8318-3B352A430EFC}" presName="Accent3" presStyleCnt="0"/>
      <dgm:spPr/>
    </dgm:pt>
    <dgm:pt modelId="{9A0A4AFE-DAA0-4CC8-ABAD-327B8FBBE35B}" type="pres">
      <dgm:prSet presAssocID="{1FAB7822-9E2A-4F89-8318-3B352A430EFC}" presName="Accent" presStyleLbl="node1" presStyleIdx="2" presStyleCnt="5" custScaleX="218499"/>
      <dgm:spPr/>
    </dgm:pt>
    <dgm:pt modelId="{B09D4DB2-6B84-42A2-9991-6249F96487F2}" type="pres">
      <dgm:prSet presAssocID="{1FAB7822-9E2A-4F89-8318-3B352A430EFC}" presName="Parent3" presStyleLbl="revTx" presStyleIdx="2" presStyleCnt="5" custAng="10800000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C1267AAF-A59F-4BA3-84AB-82C5DEB1EE8D}" type="pres">
      <dgm:prSet presAssocID="{A869D865-8B36-4D5B-B2DE-52465B125550}" presName="Accent4" presStyleCnt="0"/>
      <dgm:spPr/>
    </dgm:pt>
    <dgm:pt modelId="{7656D9CB-1900-4E73-A8C8-98CB891EF11C}" type="pres">
      <dgm:prSet presAssocID="{A869D865-8B36-4D5B-B2DE-52465B125550}" presName="Accent" presStyleLbl="node1" presStyleIdx="3" presStyleCnt="5" custScaleX="218499" custLinFactNeighborY="-1063"/>
      <dgm:spPr/>
      <dgm:t>
        <a:bodyPr/>
        <a:lstStyle/>
        <a:p>
          <a:pPr latinLnBrk="1"/>
          <a:endParaRPr lang="ko-KR" altLang="en-US"/>
        </a:p>
      </dgm:t>
    </dgm:pt>
    <dgm:pt modelId="{B783AABB-CCE2-433E-8132-41D860535D4C}" type="pres">
      <dgm:prSet presAssocID="{A869D865-8B36-4D5B-B2DE-52465B125550}" presName="Parent4" presStyleLbl="revTx" presStyleIdx="3" presStyleCnt="5" custAng="10800000" custScaleX="283268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0A868584-B8C1-4203-845C-B238BA2E065B}" type="pres">
      <dgm:prSet presAssocID="{7501BAEB-4E59-429C-8576-99F3559D2332}" presName="Accent5" presStyleCnt="0"/>
      <dgm:spPr/>
    </dgm:pt>
    <dgm:pt modelId="{8DD22AB4-E901-4BC3-A9E8-955EA2F554A0}" type="pres">
      <dgm:prSet presAssocID="{7501BAEB-4E59-429C-8576-99F3559D2332}" presName="Accent" presStyleLbl="node1" presStyleIdx="4" presStyleCnt="5" custScaleX="218499"/>
      <dgm:spPr/>
    </dgm:pt>
    <dgm:pt modelId="{A00CE5DE-1844-448A-816E-91D848D41DBD}" type="pres">
      <dgm:prSet presAssocID="{7501BAEB-4E59-429C-8576-99F3559D2332}" presName="Parent5" presStyleLbl="revTx" presStyleIdx="4" presStyleCnt="5" custAng="10800000" custScaleX="14034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</dgm:ptLst>
  <dgm:cxnLst>
    <dgm:cxn modelId="{1CA2E820-F468-4E52-AC48-0CC24955A55A}" srcId="{0971FCC3-9E44-43CA-AF4C-439E7B7CBA23}" destId="{7501BAEB-4E59-429C-8576-99F3559D2332}" srcOrd="4" destOrd="0" parTransId="{7E07E1A6-A725-4053-B7A5-69C1C03171F5}" sibTransId="{8BF768E1-47BB-45C3-8B6B-356DC49280B2}"/>
    <dgm:cxn modelId="{3F9D8BE2-E597-45BC-A80C-F7FAAD8AA93C}" srcId="{0971FCC3-9E44-43CA-AF4C-439E7B7CBA23}" destId="{A869D865-8B36-4D5B-B2DE-52465B125550}" srcOrd="3" destOrd="0" parTransId="{B16F1BCA-6D9C-493F-ABEB-CD3123EAE106}" sibTransId="{B08168A3-6744-429A-A082-FE6D062F6AF9}"/>
    <dgm:cxn modelId="{F4AA4926-0FCE-4E4E-82C8-D1DBA497FE2F}" type="presOf" srcId="{1B49185D-B9B7-425F-B592-B5FDA2CBB583}" destId="{78C9312D-E18C-42A0-BF22-7D7D55D2A790}" srcOrd="0" destOrd="0" presId="urn:microsoft.com/office/officeart/2009/layout/CircleArrowProcess"/>
    <dgm:cxn modelId="{5842294F-1C86-4FBD-A8E7-4EC89C1F99C4}" type="presOf" srcId="{A869D865-8B36-4D5B-B2DE-52465B125550}" destId="{B783AABB-CCE2-433E-8132-41D860535D4C}" srcOrd="0" destOrd="0" presId="urn:microsoft.com/office/officeart/2009/layout/CircleArrowProcess"/>
    <dgm:cxn modelId="{2B1FD94D-4064-49BC-8FED-515C06D04D5C}" srcId="{0971FCC3-9E44-43CA-AF4C-439E7B7CBA23}" destId="{1B49185D-B9B7-425F-B592-B5FDA2CBB583}" srcOrd="1" destOrd="0" parTransId="{7BAB1601-AF6D-4647-AF4F-2BC8717E11DB}" sibTransId="{908C6BAF-C164-4131-9894-954D38A2536C}"/>
    <dgm:cxn modelId="{052ED32F-62A7-4C69-9F7F-1750B0B3D7BE}" type="presOf" srcId="{0971FCC3-9E44-43CA-AF4C-439E7B7CBA23}" destId="{471614BA-ECA0-4891-8AEE-7B65E36618C0}" srcOrd="0" destOrd="0" presId="urn:microsoft.com/office/officeart/2009/layout/CircleArrowProcess"/>
    <dgm:cxn modelId="{17E75835-0BB1-4D4E-87E2-344B55AD8BAD}" type="presOf" srcId="{8729F3B2-E194-461B-B8E9-197B13EFF4FB}" destId="{36F41F6A-5DCB-45F2-AB61-A8A7CE19E12B}" srcOrd="0" destOrd="0" presId="urn:microsoft.com/office/officeart/2009/layout/CircleArrowProcess"/>
    <dgm:cxn modelId="{462E42E1-2AA4-436A-9938-CDF8A36BB037}" srcId="{0971FCC3-9E44-43CA-AF4C-439E7B7CBA23}" destId="{1FAB7822-9E2A-4F89-8318-3B352A430EFC}" srcOrd="2" destOrd="0" parTransId="{24197D73-CC65-49A3-97F0-1617E705112D}" sibTransId="{9176420E-2DEC-4757-BBA3-130E5D1851A9}"/>
    <dgm:cxn modelId="{D0A8D493-9E01-4FE3-B5FE-262C80D9A1F3}" type="presOf" srcId="{1FAB7822-9E2A-4F89-8318-3B352A430EFC}" destId="{B09D4DB2-6B84-42A2-9991-6249F96487F2}" srcOrd="0" destOrd="0" presId="urn:microsoft.com/office/officeart/2009/layout/CircleArrowProcess"/>
    <dgm:cxn modelId="{6E8397F2-CA84-44C9-99BE-BBB526185901}" srcId="{0971FCC3-9E44-43CA-AF4C-439E7B7CBA23}" destId="{8729F3B2-E194-461B-B8E9-197B13EFF4FB}" srcOrd="0" destOrd="0" parTransId="{521F94A7-3217-4D9B-B014-94F07B9A6421}" sibTransId="{47DB6611-25F4-48B2-8F08-82AAA8646E04}"/>
    <dgm:cxn modelId="{02B87AA7-C9AB-4F3F-9E90-A0DF9622D568}" type="presOf" srcId="{7501BAEB-4E59-429C-8576-99F3559D2332}" destId="{A00CE5DE-1844-448A-816E-91D848D41DBD}" srcOrd="0" destOrd="0" presId="urn:microsoft.com/office/officeart/2009/layout/CircleArrowProcess"/>
    <dgm:cxn modelId="{0BA23F56-B08A-4C97-8B24-017F97827B11}" type="presParOf" srcId="{471614BA-ECA0-4891-8AEE-7B65E36618C0}" destId="{22D9BC61-2DBC-449D-A115-D9FCE1F120B7}" srcOrd="0" destOrd="0" presId="urn:microsoft.com/office/officeart/2009/layout/CircleArrowProcess"/>
    <dgm:cxn modelId="{4DEF0463-1683-4863-BDE3-1C9558A28252}" type="presParOf" srcId="{22D9BC61-2DBC-449D-A115-D9FCE1F120B7}" destId="{6F10388B-3391-4934-94F4-7346CCB49AA7}" srcOrd="0" destOrd="0" presId="urn:microsoft.com/office/officeart/2009/layout/CircleArrowProcess"/>
    <dgm:cxn modelId="{A6330B16-AAE0-4C38-B718-B0C71D97E2D9}" type="presParOf" srcId="{471614BA-ECA0-4891-8AEE-7B65E36618C0}" destId="{36F41F6A-5DCB-45F2-AB61-A8A7CE19E12B}" srcOrd="1" destOrd="0" presId="urn:microsoft.com/office/officeart/2009/layout/CircleArrowProcess"/>
    <dgm:cxn modelId="{0758FF64-1924-4E4B-80D0-29A4C12E0898}" type="presParOf" srcId="{471614BA-ECA0-4891-8AEE-7B65E36618C0}" destId="{DFBED9E4-CE5D-41E0-B8B9-453766917E52}" srcOrd="2" destOrd="0" presId="urn:microsoft.com/office/officeart/2009/layout/CircleArrowProcess"/>
    <dgm:cxn modelId="{11062912-0400-45F7-BA98-EA0BB8D24569}" type="presParOf" srcId="{DFBED9E4-CE5D-41E0-B8B9-453766917E52}" destId="{6E1293DE-B058-4413-B942-269ED08CA1A2}" srcOrd="0" destOrd="0" presId="urn:microsoft.com/office/officeart/2009/layout/CircleArrowProcess"/>
    <dgm:cxn modelId="{F0A8A1DA-456B-4A4D-9077-D38D8791446D}" type="presParOf" srcId="{471614BA-ECA0-4891-8AEE-7B65E36618C0}" destId="{78C9312D-E18C-42A0-BF22-7D7D55D2A790}" srcOrd="3" destOrd="0" presId="urn:microsoft.com/office/officeart/2009/layout/CircleArrowProcess"/>
    <dgm:cxn modelId="{7B621888-7B67-413E-B514-5BE3A1492FCB}" type="presParOf" srcId="{471614BA-ECA0-4891-8AEE-7B65E36618C0}" destId="{8780313A-1471-46CB-9A46-52690992171D}" srcOrd="4" destOrd="0" presId="urn:microsoft.com/office/officeart/2009/layout/CircleArrowProcess"/>
    <dgm:cxn modelId="{7C1DDF24-4AE6-44D1-8EF1-203756000A5D}" type="presParOf" srcId="{8780313A-1471-46CB-9A46-52690992171D}" destId="{9A0A4AFE-DAA0-4CC8-ABAD-327B8FBBE35B}" srcOrd="0" destOrd="0" presId="urn:microsoft.com/office/officeart/2009/layout/CircleArrowProcess"/>
    <dgm:cxn modelId="{E0B66285-3D49-4F4A-9E0B-7202566C02CF}" type="presParOf" srcId="{471614BA-ECA0-4891-8AEE-7B65E36618C0}" destId="{B09D4DB2-6B84-42A2-9991-6249F96487F2}" srcOrd="5" destOrd="0" presId="urn:microsoft.com/office/officeart/2009/layout/CircleArrowProcess"/>
    <dgm:cxn modelId="{48F0AB3B-33D2-4979-95D0-230BC73170B6}" type="presParOf" srcId="{471614BA-ECA0-4891-8AEE-7B65E36618C0}" destId="{C1267AAF-A59F-4BA3-84AB-82C5DEB1EE8D}" srcOrd="6" destOrd="0" presId="urn:microsoft.com/office/officeart/2009/layout/CircleArrowProcess"/>
    <dgm:cxn modelId="{E35AFE6A-7811-4E56-ABDF-B1C91B18B409}" type="presParOf" srcId="{C1267AAF-A59F-4BA3-84AB-82C5DEB1EE8D}" destId="{7656D9CB-1900-4E73-A8C8-98CB891EF11C}" srcOrd="0" destOrd="0" presId="urn:microsoft.com/office/officeart/2009/layout/CircleArrowProcess"/>
    <dgm:cxn modelId="{AD601170-7AEB-4E9B-8675-FCE20626DD19}" type="presParOf" srcId="{471614BA-ECA0-4891-8AEE-7B65E36618C0}" destId="{B783AABB-CCE2-433E-8132-41D860535D4C}" srcOrd="7" destOrd="0" presId="urn:microsoft.com/office/officeart/2009/layout/CircleArrowProcess"/>
    <dgm:cxn modelId="{BB23F105-9569-4FA1-B4C1-622DF7A5417E}" type="presParOf" srcId="{471614BA-ECA0-4891-8AEE-7B65E36618C0}" destId="{0A868584-B8C1-4203-845C-B238BA2E065B}" srcOrd="8" destOrd="0" presId="urn:microsoft.com/office/officeart/2009/layout/CircleArrowProcess"/>
    <dgm:cxn modelId="{4AABF99E-3D50-4DC0-8193-62E3CA6AE926}" type="presParOf" srcId="{0A868584-B8C1-4203-845C-B238BA2E065B}" destId="{8DD22AB4-E901-4BC3-A9E8-955EA2F554A0}" srcOrd="0" destOrd="0" presId="urn:microsoft.com/office/officeart/2009/layout/CircleArrowProcess"/>
    <dgm:cxn modelId="{67AD8E5B-6FDF-4741-9498-D77819CD4599}" type="presParOf" srcId="{471614BA-ECA0-4891-8AEE-7B65E36618C0}" destId="{A00CE5DE-1844-448A-816E-91D848D41DBD}" srcOrd="9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0388B-3391-4934-94F4-7346CCB49AA7}">
      <dsp:nvSpPr>
        <dsp:cNvPr id="0" name=""/>
        <dsp:cNvSpPr/>
      </dsp:nvSpPr>
      <dsp:spPr>
        <a:xfrm>
          <a:off x="1289132" y="0"/>
          <a:ext cx="2982548" cy="1365164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41F6A-5DCB-45F2-AB61-A8A7CE19E12B}">
      <dsp:nvSpPr>
        <dsp:cNvPr id="0" name=""/>
        <dsp:cNvSpPr/>
      </dsp:nvSpPr>
      <dsp:spPr>
        <a:xfrm>
          <a:off x="1701244" y="494346"/>
          <a:ext cx="2157813" cy="3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불행한 기분을 느낌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701244" y="494346"/>
        <a:ext cx="2157813" cy="380625"/>
      </dsp:txXfrm>
    </dsp:sp>
    <dsp:sp modelId="{6E1293DE-B058-4413-B942-269ED08CA1A2}">
      <dsp:nvSpPr>
        <dsp:cNvPr id="0" name=""/>
        <dsp:cNvSpPr/>
      </dsp:nvSpPr>
      <dsp:spPr>
        <a:xfrm>
          <a:off x="909918" y="784618"/>
          <a:ext cx="2982548" cy="136516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9312D-E18C-42A0-BF22-7D7D55D2A790}">
      <dsp:nvSpPr>
        <dsp:cNvPr id="0" name=""/>
        <dsp:cNvSpPr/>
      </dsp:nvSpPr>
      <dsp:spPr>
        <a:xfrm>
          <a:off x="1320494" y="1280523"/>
          <a:ext cx="2157813" cy="3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혼자서 시간을 보냄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320494" y="1280523"/>
        <a:ext cx="2157813" cy="380625"/>
      </dsp:txXfrm>
    </dsp:sp>
    <dsp:sp modelId="{9A0A4AFE-DAA0-4CC8-ABAD-327B8FBBE35B}">
      <dsp:nvSpPr>
        <dsp:cNvPr id="0" name=""/>
        <dsp:cNvSpPr/>
      </dsp:nvSpPr>
      <dsp:spPr>
        <a:xfrm>
          <a:off x="1289132" y="1571834"/>
          <a:ext cx="2982548" cy="136516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D4DB2-6B84-42A2-9991-6249F96487F2}">
      <dsp:nvSpPr>
        <dsp:cNvPr id="0" name=""/>
        <dsp:cNvSpPr/>
      </dsp:nvSpPr>
      <dsp:spPr>
        <a:xfrm>
          <a:off x="1701244" y="2066180"/>
          <a:ext cx="2157813" cy="3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우울한 기분을 느낌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701244" y="2066180"/>
        <a:ext cx="2157813" cy="380625"/>
      </dsp:txXfrm>
    </dsp:sp>
    <dsp:sp modelId="{7656D9CB-1900-4E73-A8C8-98CB891EF11C}">
      <dsp:nvSpPr>
        <dsp:cNvPr id="0" name=""/>
        <dsp:cNvSpPr/>
      </dsp:nvSpPr>
      <dsp:spPr>
        <a:xfrm>
          <a:off x="909918" y="2358010"/>
          <a:ext cx="2982548" cy="1365164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3AABB-CCE2-433E-8132-41D860535D4C}">
      <dsp:nvSpPr>
        <dsp:cNvPr id="0" name=""/>
        <dsp:cNvSpPr/>
      </dsp:nvSpPr>
      <dsp:spPr>
        <a:xfrm>
          <a:off x="1320494" y="2852357"/>
          <a:ext cx="2157813" cy="3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활동이 줄어듦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320494" y="2852357"/>
        <a:ext cx="2157813" cy="380625"/>
      </dsp:txXfrm>
    </dsp:sp>
    <dsp:sp modelId="{AF3567D2-F94B-41C4-B8DC-107C5861B0E6}">
      <dsp:nvSpPr>
        <dsp:cNvPr id="0" name=""/>
        <dsp:cNvSpPr/>
      </dsp:nvSpPr>
      <dsp:spPr>
        <a:xfrm>
          <a:off x="1289132" y="3143149"/>
          <a:ext cx="2982548" cy="1365164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0E8A7-90CF-47A1-9F70-D146D102665C}">
      <dsp:nvSpPr>
        <dsp:cNvPr id="0" name=""/>
        <dsp:cNvSpPr/>
      </dsp:nvSpPr>
      <dsp:spPr>
        <a:xfrm>
          <a:off x="1420906" y="3637495"/>
          <a:ext cx="2718488" cy="3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더욱 우울한 기분을 느낌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420906" y="3637495"/>
        <a:ext cx="2718488" cy="380625"/>
      </dsp:txXfrm>
    </dsp:sp>
    <dsp:sp modelId="{8DD22AB4-E901-4BC3-A9E8-955EA2F554A0}">
      <dsp:nvSpPr>
        <dsp:cNvPr id="0" name=""/>
        <dsp:cNvSpPr/>
      </dsp:nvSpPr>
      <dsp:spPr>
        <a:xfrm>
          <a:off x="1121153" y="4019159"/>
          <a:ext cx="2562384" cy="1173553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EDD8C1-12DA-453F-A8D2-6541A8685FE8}">
      <dsp:nvSpPr>
        <dsp:cNvPr id="0" name=""/>
        <dsp:cNvSpPr/>
      </dsp:nvSpPr>
      <dsp:spPr>
        <a:xfrm>
          <a:off x="1320494" y="4423672"/>
          <a:ext cx="2157813" cy="380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활동이 더욱 줄어듦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320494" y="4423672"/>
        <a:ext cx="2157813" cy="380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0388B-3391-4934-94F4-7346CCB49AA7}">
      <dsp:nvSpPr>
        <dsp:cNvPr id="0" name=""/>
        <dsp:cNvSpPr/>
      </dsp:nvSpPr>
      <dsp:spPr>
        <a:xfrm>
          <a:off x="609773" y="0"/>
          <a:ext cx="3515125" cy="160884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41F6A-5DCB-45F2-AB61-A8A7CE19E12B}">
      <dsp:nvSpPr>
        <dsp:cNvPr id="0" name=""/>
        <dsp:cNvSpPr/>
      </dsp:nvSpPr>
      <dsp:spPr>
        <a:xfrm rot="10800000">
          <a:off x="1093662" y="582672"/>
          <a:ext cx="2543121" cy="448689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어떤 일을 </a:t>
          </a:r>
          <a:r>
            <a:rPr lang="ko-KR" altLang="en-US" sz="1800" b="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성공적으로 해냄</a:t>
          </a:r>
          <a:endParaRPr lang="ko-KR" altLang="en-US" sz="1800" b="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093662" y="582672"/>
        <a:ext cx="2543121" cy="448689"/>
      </dsp:txXfrm>
    </dsp:sp>
    <dsp:sp modelId="{6E1293DE-B058-4413-B942-269ED08CA1A2}">
      <dsp:nvSpPr>
        <dsp:cNvPr id="0" name=""/>
        <dsp:cNvSpPr/>
      </dsp:nvSpPr>
      <dsp:spPr>
        <a:xfrm>
          <a:off x="1056701" y="924382"/>
          <a:ext cx="3515125" cy="1608841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9312D-E18C-42A0-BF22-7D7D55D2A790}">
      <dsp:nvSpPr>
        <dsp:cNvPr id="0" name=""/>
        <dsp:cNvSpPr/>
      </dsp:nvSpPr>
      <dsp:spPr>
        <a:xfrm rot="10800000">
          <a:off x="1542401" y="1509132"/>
          <a:ext cx="2543121" cy="448689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기분이 좋음</a:t>
          </a:r>
          <a:endParaRPr lang="ko-KR" altLang="en-US" sz="1800" b="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542401" y="1509132"/>
        <a:ext cx="2543121" cy="448689"/>
      </dsp:txXfrm>
    </dsp:sp>
    <dsp:sp modelId="{9A0A4AFE-DAA0-4CC8-ABAD-327B8FBBE35B}">
      <dsp:nvSpPr>
        <dsp:cNvPr id="0" name=""/>
        <dsp:cNvSpPr/>
      </dsp:nvSpPr>
      <dsp:spPr>
        <a:xfrm>
          <a:off x="609773" y="1852919"/>
          <a:ext cx="3515125" cy="160884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9D4DB2-6B84-42A2-9991-6249F96487F2}">
      <dsp:nvSpPr>
        <dsp:cNvPr id="0" name=""/>
        <dsp:cNvSpPr/>
      </dsp:nvSpPr>
      <dsp:spPr>
        <a:xfrm rot="10800000">
          <a:off x="1093662" y="2435073"/>
          <a:ext cx="2543121" cy="448689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친구들과 즐거운 일을 함</a:t>
          </a:r>
          <a:endParaRPr lang="ko-KR" altLang="en-US" sz="1800" b="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093662" y="2435073"/>
        <a:ext cx="2543121" cy="448689"/>
      </dsp:txXfrm>
    </dsp:sp>
    <dsp:sp modelId="{7656D9CB-1900-4E73-A8C8-98CB891EF11C}">
      <dsp:nvSpPr>
        <dsp:cNvPr id="0" name=""/>
        <dsp:cNvSpPr/>
      </dsp:nvSpPr>
      <dsp:spPr>
        <a:xfrm>
          <a:off x="1056701" y="2761758"/>
          <a:ext cx="3515125" cy="1608841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3AABB-CCE2-433E-8132-41D860535D4C}">
      <dsp:nvSpPr>
        <dsp:cNvPr id="0" name=""/>
        <dsp:cNvSpPr/>
      </dsp:nvSpPr>
      <dsp:spPr>
        <a:xfrm rot="10800000">
          <a:off x="1542401" y="3361533"/>
          <a:ext cx="2543121" cy="448689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기분이 더욱 좋아짐</a:t>
          </a:r>
          <a:endParaRPr lang="ko-KR" altLang="en-US" sz="1800" b="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542401" y="3361533"/>
        <a:ext cx="2543121" cy="448689"/>
      </dsp:txXfrm>
    </dsp:sp>
    <dsp:sp modelId="{8DD22AB4-E901-4BC3-A9E8-955EA2F554A0}">
      <dsp:nvSpPr>
        <dsp:cNvPr id="0" name=""/>
        <dsp:cNvSpPr/>
      </dsp:nvSpPr>
      <dsp:spPr>
        <a:xfrm>
          <a:off x="858122" y="3810222"/>
          <a:ext cx="3019934" cy="138293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0CE5DE-1844-448A-816E-91D848D41DBD}">
      <dsp:nvSpPr>
        <dsp:cNvPr id="0" name=""/>
        <dsp:cNvSpPr/>
      </dsp:nvSpPr>
      <dsp:spPr>
        <a:xfrm rot="10800000">
          <a:off x="1735224" y="4287993"/>
          <a:ext cx="1259997" cy="448689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21599994" rev="10800000"/>
          </a:camera>
          <a:lightRig rig="threePt" dir="t"/>
        </a:scene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800" b="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학교에서 더욱 잘 지</a:t>
          </a:r>
          <a:r>
            <a:rPr lang="ko-KR" altLang="en-US" sz="1800" kern="1200" dirty="0" smtClean="0">
              <a:latin typeface="나눔고딕" panose="020D0604000000000000" pitchFamily="50" charset="-127"/>
              <a:ea typeface="나눔고딕" panose="020D0604000000000000" pitchFamily="50" charset="-127"/>
            </a:rPr>
            <a:t>냄</a:t>
          </a:r>
          <a:endParaRPr lang="ko-KR" altLang="en-US" sz="1800" kern="1200" dirty="0">
            <a:latin typeface="나눔고딕" panose="020D0604000000000000" pitchFamily="50" charset="-127"/>
            <a:ea typeface="나눔고딕" panose="020D0604000000000000" pitchFamily="50" charset="-127"/>
          </a:endParaRPr>
        </a:p>
      </dsp:txBody>
      <dsp:txXfrm>
        <a:off x="1735224" y="4287993"/>
        <a:ext cx="1259997" cy="4486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82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5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466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889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60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09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479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70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3690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01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45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AFDF1-08BB-4FD4-A635-CD62BDD07D01}" type="datetimeFigureOut">
              <a:rPr lang="ko-KR" altLang="en-US" smtClean="0"/>
              <a:t>2015-01-22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DE029-2047-4254-B71E-EBD427C6A9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64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838200" y="275916"/>
            <a:ext cx="5181600" cy="683090"/>
          </a:xfrm>
        </p:spPr>
        <p:txBody>
          <a:bodyPr>
            <a:normAutofit fontScale="90000"/>
          </a:bodyPr>
          <a:lstStyle/>
          <a:p>
            <a:pPr algn="ctr"/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아래로 아래로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9" name="내용 개체 틀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61946016"/>
              </p:ext>
            </p:extLst>
          </p:nvPr>
        </p:nvGraphicFramePr>
        <p:xfrm>
          <a:off x="838200" y="984250"/>
          <a:ext cx="5181600" cy="5192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275916"/>
            <a:ext cx="5181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위로 위로</a:t>
            </a:r>
            <a:endParaRPr lang="en-US" altLang="ko-KR" sz="4000" dirty="0" smtClean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10" name="내용 개체 틀 8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73759170"/>
              </p:ext>
            </p:extLst>
          </p:nvPr>
        </p:nvGraphicFramePr>
        <p:xfrm>
          <a:off x="6172200" y="983802"/>
          <a:ext cx="5181600" cy="5193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41406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39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</vt:lpstr>
      <vt:lpstr>나눔고딕 ExtraBold</vt:lpstr>
      <vt:lpstr>맑은 고딕</vt:lpstr>
      <vt:lpstr>Arial</vt:lpstr>
      <vt:lpstr>Office 테마</vt:lpstr>
      <vt:lpstr>아래로 아래로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아래로 아래로</dc:title>
  <dc:creator>Hyejin Jeon</dc:creator>
  <cp:lastModifiedBy>Hyejin Jeon</cp:lastModifiedBy>
  <cp:revision>3</cp:revision>
  <dcterms:created xsi:type="dcterms:W3CDTF">2015-01-22T13:14:10Z</dcterms:created>
  <dcterms:modified xsi:type="dcterms:W3CDTF">2015-01-22T13:25:17Z</dcterms:modified>
</cp:coreProperties>
</file>