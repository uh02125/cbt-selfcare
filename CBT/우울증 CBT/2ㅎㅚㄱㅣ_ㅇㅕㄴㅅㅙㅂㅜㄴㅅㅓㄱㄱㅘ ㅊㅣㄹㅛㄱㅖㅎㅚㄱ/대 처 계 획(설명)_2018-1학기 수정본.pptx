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64350" cy="999648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밝은 스타일 1 - 강조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9FA6-7429-4E34-9192-58028BFE0FBB}" type="datetimeFigureOut">
              <a:rPr lang="ko-KR" altLang="en-US" smtClean="0"/>
              <a:t>2018-04-05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E3180-A232-48C3-A90A-10C4E9A451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7775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9FA6-7429-4E34-9192-58028BFE0FBB}" type="datetimeFigureOut">
              <a:rPr lang="ko-KR" altLang="en-US" smtClean="0"/>
              <a:t>2018-04-05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E3180-A232-48C3-A90A-10C4E9A451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615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9FA6-7429-4E34-9192-58028BFE0FBB}" type="datetimeFigureOut">
              <a:rPr lang="ko-KR" altLang="en-US" smtClean="0"/>
              <a:t>2018-04-05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E3180-A232-48C3-A90A-10C4E9A451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142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9FA6-7429-4E34-9192-58028BFE0FBB}" type="datetimeFigureOut">
              <a:rPr lang="ko-KR" altLang="en-US" smtClean="0"/>
              <a:t>2018-04-05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E3180-A232-48C3-A90A-10C4E9A451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905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9FA6-7429-4E34-9192-58028BFE0FBB}" type="datetimeFigureOut">
              <a:rPr lang="ko-KR" altLang="en-US" smtClean="0"/>
              <a:t>2018-04-05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E3180-A232-48C3-A90A-10C4E9A451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600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9FA6-7429-4E34-9192-58028BFE0FBB}" type="datetimeFigureOut">
              <a:rPr lang="ko-KR" altLang="en-US" smtClean="0"/>
              <a:t>2018-04-05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E3180-A232-48C3-A90A-10C4E9A451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550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9FA6-7429-4E34-9192-58028BFE0FBB}" type="datetimeFigureOut">
              <a:rPr lang="ko-KR" altLang="en-US" smtClean="0"/>
              <a:t>2018-04-05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E3180-A232-48C3-A90A-10C4E9A451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99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9FA6-7429-4E34-9192-58028BFE0FBB}" type="datetimeFigureOut">
              <a:rPr lang="ko-KR" altLang="en-US" smtClean="0"/>
              <a:t>2018-04-05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E3180-A232-48C3-A90A-10C4E9A451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718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9FA6-7429-4E34-9192-58028BFE0FBB}" type="datetimeFigureOut">
              <a:rPr lang="ko-KR" altLang="en-US" smtClean="0"/>
              <a:t>2018-04-05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E3180-A232-48C3-A90A-10C4E9A451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4043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9FA6-7429-4E34-9192-58028BFE0FBB}" type="datetimeFigureOut">
              <a:rPr lang="ko-KR" altLang="en-US" smtClean="0"/>
              <a:t>2018-04-05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E3180-A232-48C3-A90A-10C4E9A451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2548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09FA6-7429-4E34-9192-58028BFE0FBB}" type="datetimeFigureOut">
              <a:rPr lang="ko-KR" altLang="en-US" smtClean="0"/>
              <a:t>2018-04-05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E3180-A232-48C3-A90A-10C4E9A451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01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09FA6-7429-4E34-9192-58028BFE0FBB}" type="datetimeFigureOut">
              <a:rPr lang="ko-KR" altLang="en-US" smtClean="0"/>
              <a:t>2018-04-05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E3180-A232-48C3-A90A-10C4E9A451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6549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507066" y="270933"/>
            <a:ext cx="31021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dirty="0" smtClean="0">
                <a:latin typeface="10X10" panose="020D0604000000000000" pitchFamily="50" charset="-127"/>
                <a:ea typeface="10X10" panose="020D0604000000000000" pitchFamily="50" charset="-127"/>
              </a:rPr>
              <a:t>대  처  계  획</a:t>
            </a:r>
            <a:endParaRPr lang="ko-KR" altLang="en-US" sz="4400" dirty="0">
              <a:latin typeface="10X10" panose="020D0604000000000000" pitchFamily="50" charset="-127"/>
              <a:ea typeface="10X10" panose="020D0604000000000000" pitchFamily="50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417364"/>
              </p:ext>
            </p:extLst>
          </p:nvPr>
        </p:nvGraphicFramePr>
        <p:xfrm>
          <a:off x="1507066" y="1514507"/>
          <a:ext cx="9228668" cy="4572000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2065868"/>
                <a:gridCol w="7162800"/>
              </a:tblGrid>
              <a:tr h="76200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600" dirty="0" smtClean="0"/>
                        <a:t>대처 방법</a:t>
                      </a:r>
                      <a:endParaRPr lang="ko-KR" altLang="en-US" sz="1600" dirty="0">
                        <a:latin typeface="서울남산체 B" panose="02020603020101020101" pitchFamily="18" charset="-127"/>
                        <a:ea typeface="서울남산체 B" panose="02020603020101020101" pitchFamily="18" charset="-127"/>
                      </a:endParaRPr>
                    </a:p>
                  </a:txBody>
                  <a:tcPr marL="137160" marR="137160" marT="137160" marB="137160"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r>
                        <a:rPr lang="ko-KR" altLang="en-US" sz="1600" dirty="0" smtClean="0"/>
                        <a:t>설 명</a:t>
                      </a:r>
                      <a:endParaRPr lang="ko-KR" altLang="en-US" sz="1600" dirty="0">
                        <a:latin typeface="서울남산체 B" panose="02020603020101020101" pitchFamily="18" charset="-127"/>
                        <a:ea typeface="서울남산체 B" panose="02020603020101020101" pitchFamily="18" charset="-127"/>
                      </a:endParaRPr>
                    </a:p>
                  </a:txBody>
                  <a:tcPr marL="137160" marR="137160" marT="137160" marB="137160" anchor="ctr"/>
                </a:tc>
              </a:tr>
              <a:tr h="76200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600" dirty="0" smtClean="0"/>
                        <a:t>행동활성화</a:t>
                      </a:r>
                      <a:endParaRPr lang="ko-KR" altLang="en-US" sz="1600" dirty="0">
                        <a:latin typeface="서울남산체 B" panose="02020603020101020101" pitchFamily="18" charset="-127"/>
                        <a:ea typeface="서울남산체 B" panose="02020603020101020101" pitchFamily="18" charset="-127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600" dirty="0" smtClean="0"/>
                        <a:t>우울하고 무기력한 기분이 들 때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즐겁거나 유쾌한 활동을 함으로써 우울함을 완화시키는 것</a:t>
                      </a:r>
                      <a:endParaRPr lang="ko-KR" altLang="en-US" sz="1600" dirty="0">
                        <a:latin typeface="서울남산체 B" panose="02020603020101020101" pitchFamily="18" charset="-127"/>
                        <a:ea typeface="서울남산체 B" panose="02020603020101020101" pitchFamily="18" charset="-127"/>
                      </a:endParaRPr>
                    </a:p>
                  </a:txBody>
                  <a:tcPr marL="137160" marR="137160" marT="137160" marB="137160" anchor="ctr"/>
                </a:tc>
              </a:tr>
              <a:tr h="76200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600" dirty="0" smtClean="0"/>
                        <a:t>정서조절</a:t>
                      </a:r>
                      <a:endParaRPr lang="ko-KR" altLang="en-US" sz="1600" dirty="0">
                        <a:latin typeface="서울남산체 B" panose="02020603020101020101" pitchFamily="18" charset="-127"/>
                        <a:ea typeface="서울남산체 B" panose="02020603020101020101" pitchFamily="18" charset="-127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600" dirty="0" smtClean="0"/>
                        <a:t>우울한 생각이나 느낌과 관련이 없는 것에 주의를 돌리거나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마음을 편안하게 해주는 생각을 통해 우울한 정서를 조절하는 것</a:t>
                      </a:r>
                      <a:endParaRPr lang="ko-KR" altLang="en-US" sz="1600" dirty="0">
                        <a:latin typeface="서울남산체 B" panose="02020603020101020101" pitchFamily="18" charset="-127"/>
                        <a:ea typeface="서울남산체 B" panose="02020603020101020101" pitchFamily="18" charset="-127"/>
                      </a:endParaRPr>
                    </a:p>
                  </a:txBody>
                  <a:tcPr marL="137160" marR="137160" marT="137160" marB="137160" anchor="ctr"/>
                </a:tc>
              </a:tr>
              <a:tr h="76200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600" dirty="0" smtClean="0"/>
                        <a:t>인지재구성</a:t>
                      </a:r>
                      <a:endParaRPr lang="ko-KR" altLang="en-US" sz="1600" dirty="0">
                        <a:latin typeface="서울남산체 B" panose="02020603020101020101" pitchFamily="18" charset="-127"/>
                        <a:ea typeface="서울남산체 B" panose="02020603020101020101" pitchFamily="18" charset="-127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600" dirty="0" smtClean="0"/>
                        <a:t>우울한 감정을 불러일으키는 생각을 찾고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그 생각에 작용하고 있는 오류를 파악하여 보다 적응적인 생각을 할 수 있게 되는 것</a:t>
                      </a:r>
                      <a:endParaRPr lang="ko-KR" altLang="en-US" sz="1600" dirty="0">
                        <a:latin typeface="서울남산체 B" panose="02020603020101020101" pitchFamily="18" charset="-127"/>
                        <a:ea typeface="서울남산체 B" panose="02020603020101020101" pitchFamily="18" charset="-127"/>
                      </a:endParaRPr>
                    </a:p>
                  </a:txBody>
                  <a:tcPr marL="137160" marR="137160" marT="137160" marB="137160" anchor="ctr"/>
                </a:tc>
              </a:tr>
              <a:tr h="76200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600" dirty="0" smtClean="0"/>
                        <a:t>대인관계 효율성</a:t>
                      </a:r>
                      <a:endParaRPr lang="ko-KR" altLang="en-US" sz="1600" dirty="0">
                        <a:latin typeface="서울남산체 B" panose="02020603020101020101" pitchFamily="18" charset="-127"/>
                        <a:ea typeface="서울남산체 B" panose="02020603020101020101" pitchFamily="18" charset="-127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600" dirty="0" smtClean="0"/>
                        <a:t>다른 사람과의 관계가 공정하고 평등할 수 있도록 관계의 균형을 맞추는 것 </a:t>
                      </a:r>
                      <a:endParaRPr lang="ko-KR" altLang="en-US" sz="1600" dirty="0">
                        <a:latin typeface="서울남산체 B" panose="02020603020101020101" pitchFamily="18" charset="-127"/>
                        <a:ea typeface="서울남산체 B" panose="02020603020101020101" pitchFamily="18" charset="-127"/>
                      </a:endParaRPr>
                    </a:p>
                  </a:txBody>
                  <a:tcPr marL="137160" marR="137160" marT="137160" marB="137160" anchor="ctr"/>
                </a:tc>
              </a:tr>
              <a:tr h="762000"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600" dirty="0" smtClean="0"/>
                        <a:t>고통감내</a:t>
                      </a:r>
                      <a:endParaRPr lang="ko-KR" altLang="en-US" sz="1600" dirty="0">
                        <a:latin typeface="서울남산체 B" panose="02020603020101020101" pitchFamily="18" charset="-127"/>
                        <a:ea typeface="서울남산체 B" panose="02020603020101020101" pitchFamily="18" charset="-127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600" dirty="0" smtClean="0"/>
                        <a:t>심한 부정적 정서가 느껴질 때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나에게 해로운 행동을 하지 않도록 명상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대처카드 등을 활용하기</a:t>
                      </a:r>
                      <a:endParaRPr lang="ko-KR" altLang="en-US" sz="1600" dirty="0">
                        <a:latin typeface="서울남산체 B" panose="02020603020101020101" pitchFamily="18" charset="-127"/>
                        <a:ea typeface="서울남산체 B" panose="02020603020101020101" pitchFamily="18" charset="-127"/>
                      </a:endParaRPr>
                    </a:p>
                  </a:txBody>
                  <a:tcPr marL="137160" marR="137160" marT="137160" marB="13716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812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92</Words>
  <Application>Microsoft Office PowerPoint</Application>
  <PresentationFormat>와이드스크린</PresentationFormat>
  <Paragraphs>13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10X10</vt:lpstr>
      <vt:lpstr>맑은 고딕</vt:lpstr>
      <vt:lpstr>서울남산체 B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SNUH</dc:creator>
  <cp:lastModifiedBy>SNUH</cp:lastModifiedBy>
  <cp:revision>11</cp:revision>
  <cp:lastPrinted>2018-04-05T02:09:39Z</cp:lastPrinted>
  <dcterms:created xsi:type="dcterms:W3CDTF">2018-04-05T02:03:52Z</dcterms:created>
  <dcterms:modified xsi:type="dcterms:W3CDTF">2018-04-05T02:47:38Z</dcterms:modified>
</cp:coreProperties>
</file>