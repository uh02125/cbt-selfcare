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0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66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5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06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3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5693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56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88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10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1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7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61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60365-FB64-46C8-B449-4A5813F3F5A2}" type="datetimeFigureOut">
              <a:rPr lang="ko-KR" altLang="en-US" smtClean="0"/>
              <a:t>2016-05-16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EBBB0-F63C-4B0F-BC14-785D5DA74E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79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타원 7"/>
          <p:cNvSpPr/>
          <p:nvPr/>
        </p:nvSpPr>
        <p:spPr>
          <a:xfrm>
            <a:off x="2802751" y="1805234"/>
            <a:ext cx="1992086" cy="176348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21030" y="1914637"/>
            <a:ext cx="9555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/>
              <a:t>문제</a:t>
            </a:r>
            <a:endParaRPr lang="ko-KR" altLang="en-US" sz="2400" b="1" dirty="0"/>
          </a:p>
        </p:txBody>
      </p:sp>
      <p:sp>
        <p:nvSpPr>
          <p:cNvPr id="10" name="타원 9"/>
          <p:cNvSpPr/>
          <p:nvPr/>
        </p:nvSpPr>
        <p:spPr>
          <a:xfrm>
            <a:off x="2119993" y="302070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58585" y="558667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시작</a:t>
            </a:r>
            <a:endParaRPr lang="ko-KR" altLang="en-US" b="1" dirty="0"/>
          </a:p>
        </p:txBody>
      </p:sp>
      <p:sp>
        <p:nvSpPr>
          <p:cNvPr id="12" name="타원 11"/>
          <p:cNvSpPr/>
          <p:nvPr/>
        </p:nvSpPr>
        <p:spPr>
          <a:xfrm>
            <a:off x="3429002" y="19266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990600" y="743333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/>
          <p:cNvSpPr/>
          <p:nvPr/>
        </p:nvSpPr>
        <p:spPr>
          <a:xfrm>
            <a:off x="4738011" y="214439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/>
          <p:cNvSpPr/>
          <p:nvPr/>
        </p:nvSpPr>
        <p:spPr>
          <a:xfrm>
            <a:off x="6038858" y="37282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7168251" y="1004590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7587343" y="2071937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타원 17"/>
          <p:cNvSpPr/>
          <p:nvPr/>
        </p:nvSpPr>
        <p:spPr>
          <a:xfrm>
            <a:off x="7600956" y="3203505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타원 18"/>
          <p:cNvSpPr/>
          <p:nvPr/>
        </p:nvSpPr>
        <p:spPr>
          <a:xfrm>
            <a:off x="7246470" y="4270852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6379028" y="5028502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타원 20"/>
          <p:cNvSpPr/>
          <p:nvPr/>
        </p:nvSpPr>
        <p:spPr>
          <a:xfrm>
            <a:off x="5196571" y="5217362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타원 21"/>
          <p:cNvSpPr/>
          <p:nvPr/>
        </p:nvSpPr>
        <p:spPr>
          <a:xfrm>
            <a:off x="3917500" y="5217362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2619384" y="5217361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1472284" y="5017069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타원 24"/>
          <p:cNvSpPr/>
          <p:nvPr/>
        </p:nvSpPr>
        <p:spPr>
          <a:xfrm>
            <a:off x="466056" y="4391140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타원 25"/>
          <p:cNvSpPr/>
          <p:nvPr/>
        </p:nvSpPr>
        <p:spPr>
          <a:xfrm>
            <a:off x="277927" y="3323794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216351" y="2200390"/>
            <a:ext cx="1382486" cy="125185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61598" y="1831058"/>
            <a:ext cx="664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끝</a:t>
            </a:r>
            <a:endParaRPr lang="ko-KR" alt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268694" y="2015724"/>
            <a:ext cx="851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취약점</a:t>
            </a:r>
            <a:r>
              <a:rPr lang="en-US" altLang="ko-KR" sz="1600" dirty="0" smtClean="0"/>
              <a:t>:</a:t>
            </a:r>
            <a:endParaRPr lang="ko-KR" alt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5240813" y="3551707"/>
            <a:ext cx="851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결과</a:t>
            </a:r>
            <a:r>
              <a:rPr lang="en-US" altLang="ko-KR" sz="1600" dirty="0" smtClean="0"/>
              <a:t>:</a:t>
            </a:r>
            <a:endParaRPr lang="ko-KR" alt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1871864" y="3679751"/>
            <a:ext cx="2594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다음 번에 할 수 있는 </a:t>
            </a:r>
            <a:endParaRPr lang="en-US" altLang="ko-KR" sz="1400" dirty="0" smtClean="0"/>
          </a:p>
          <a:p>
            <a:r>
              <a:rPr lang="ko-KR" altLang="en-US" sz="1400" dirty="0" smtClean="0"/>
              <a:t>다른 행동</a:t>
            </a:r>
            <a:r>
              <a:rPr lang="en-US" altLang="ko-KR" sz="1400" dirty="0" smtClean="0"/>
              <a:t>:</a:t>
            </a:r>
            <a:endParaRPr lang="ko-KR" altLang="en-US" sz="1400" dirty="0"/>
          </a:p>
        </p:txBody>
      </p:sp>
      <p:sp>
        <p:nvSpPr>
          <p:cNvPr id="2" name="TextBox 1"/>
          <p:cNvSpPr txBox="1"/>
          <p:nvPr/>
        </p:nvSpPr>
        <p:spPr>
          <a:xfrm>
            <a:off x="205273" y="6568749"/>
            <a:ext cx="8780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/>
              <a:t>출처</a:t>
            </a:r>
            <a:r>
              <a:rPr lang="en-US" altLang="ko-KR" sz="1050" dirty="0" smtClean="0"/>
              <a:t>: Brent, Poling, &amp; Goldstein(2011). Treating Depressed and Suicidal Adolescents. Copyright 2011 by The Guilford Press.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32803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37</Words>
  <Application>Microsoft Office PowerPoint</Application>
  <PresentationFormat>화면 슬라이드 쇼(4:3)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Hyejin Jeon</dc:creator>
  <cp:lastModifiedBy>Hyejin Jeon</cp:lastModifiedBy>
  <cp:revision>4</cp:revision>
  <dcterms:created xsi:type="dcterms:W3CDTF">2014-12-10T15:03:05Z</dcterms:created>
  <dcterms:modified xsi:type="dcterms:W3CDTF">2016-05-16T04:17:31Z</dcterms:modified>
</cp:coreProperties>
</file>