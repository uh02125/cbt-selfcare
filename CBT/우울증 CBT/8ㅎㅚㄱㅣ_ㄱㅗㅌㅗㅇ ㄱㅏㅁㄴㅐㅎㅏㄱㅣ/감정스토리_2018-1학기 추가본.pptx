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144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28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970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696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19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806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27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487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317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378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767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964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394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70693-D363-42A6-A379-29F8F5F63C30}" type="datetimeFigureOut">
              <a:rPr lang="ko-KR" altLang="en-US" smtClean="0"/>
              <a:t>2018-05-24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A6370-C6D6-482C-B469-FD7B473F8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039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111" y="395109"/>
            <a:ext cx="6084711" cy="1166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강렬한 감정을 느낀 상황에 대한 짧은 이야기를 써봅시다</a:t>
            </a:r>
            <a:r>
              <a:rPr lang="en-US" altLang="ko-KR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. </a:t>
            </a:r>
            <a:r>
              <a:rPr lang="ko-KR" altLang="en-US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최대한 자신의 실제 삶과 연관된 이야기를 써 보세요</a:t>
            </a:r>
            <a:r>
              <a:rPr lang="en-US" altLang="ko-KR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. </a:t>
            </a:r>
            <a:r>
              <a:rPr lang="ko-KR" altLang="en-US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어렵다면 당신이 알고 있는 다른 누군가의 이야기를 써도 좋습니다</a:t>
            </a:r>
            <a:r>
              <a:rPr lang="en-US" altLang="ko-KR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. </a:t>
            </a:r>
            <a:r>
              <a:rPr lang="ko-KR" altLang="en-US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그리고 </a:t>
            </a:r>
            <a:r>
              <a:rPr lang="en-US" altLang="ko-KR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1</a:t>
            </a:r>
            <a:r>
              <a:rPr lang="ko-KR" altLang="en-US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인칭 시점</a:t>
            </a:r>
            <a:r>
              <a:rPr lang="en-US" altLang="ko-KR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(“</a:t>
            </a:r>
            <a:r>
              <a:rPr lang="ko-KR" altLang="en-US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나는</a:t>
            </a:r>
            <a:r>
              <a:rPr lang="en-US" altLang="ko-KR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~”)</a:t>
            </a:r>
            <a:r>
              <a:rPr lang="ko-KR" altLang="en-US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에서의 느낌을 쓰세요</a:t>
            </a:r>
            <a:r>
              <a:rPr lang="en-US" altLang="ko-KR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. </a:t>
            </a:r>
            <a:r>
              <a:rPr lang="ko-KR" altLang="en-US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이 이야기를 쓰는 동안 어떤 감정이 나타날 수도 있습니다</a:t>
            </a:r>
            <a:r>
              <a:rPr lang="en-US" altLang="ko-KR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. </a:t>
            </a:r>
            <a:r>
              <a:rPr lang="ko-KR" altLang="en-US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그래도 괜찮아요</a:t>
            </a:r>
            <a:r>
              <a:rPr lang="en-US" altLang="ko-KR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. </a:t>
            </a:r>
            <a:r>
              <a:rPr lang="ko-KR" altLang="en-US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우리의 목표는 이 이야기를 통해 감정에 대해 인식하는 것입니다</a:t>
            </a:r>
            <a:r>
              <a:rPr lang="en-US" altLang="ko-KR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.</a:t>
            </a:r>
            <a:endParaRPr lang="ko-KR" altLang="en-US" sz="1200" dirty="0">
              <a:latin typeface="아리따-돋움(TTF)-Medium" panose="02020603020101020101" pitchFamily="18" charset="-127"/>
              <a:ea typeface="아리따-돋움(TTF)-Medium" panose="02020603020101020101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95111" y="1561519"/>
            <a:ext cx="6084711" cy="4639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95111" y="6419331"/>
            <a:ext cx="36182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이야기를 쓰고 어떤 감정이 들었나요</a:t>
            </a:r>
            <a:r>
              <a:rPr lang="en-US" altLang="ko-KR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? </a:t>
            </a:r>
            <a:r>
              <a:rPr lang="ko-KR" altLang="en-US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아래에 써보세요</a:t>
            </a:r>
            <a:r>
              <a:rPr lang="en-US" altLang="ko-KR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.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395111" y="6696330"/>
            <a:ext cx="6084711" cy="713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89465" y="7683518"/>
            <a:ext cx="60847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감정을 경험하는 동안</a:t>
            </a:r>
            <a:r>
              <a:rPr lang="en-US" altLang="ko-KR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, </a:t>
            </a:r>
            <a:r>
              <a:rPr lang="ko-KR" altLang="en-US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다른 곳으로 주의를 돌리거나</a:t>
            </a:r>
            <a:r>
              <a:rPr lang="en-US" altLang="ko-KR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, </a:t>
            </a:r>
            <a:r>
              <a:rPr lang="ko-KR" altLang="en-US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회피하거나</a:t>
            </a:r>
            <a:r>
              <a:rPr lang="en-US" altLang="ko-KR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, </a:t>
            </a:r>
            <a:r>
              <a:rPr lang="ko-KR" altLang="en-US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그 감정을 밀어내려고 하는 등 부정적인 반응을 보이지는 않았나요</a:t>
            </a:r>
            <a:r>
              <a:rPr lang="en-US" altLang="ko-KR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? </a:t>
            </a:r>
            <a:r>
              <a:rPr lang="ko-KR" altLang="en-US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만약 그랬다면 아래에 적어주세요</a:t>
            </a:r>
            <a:r>
              <a:rPr lang="en-US" altLang="ko-KR" sz="1200" dirty="0" smtClean="0">
                <a:latin typeface="아리따-돋움(TTF)-Medium" panose="02020603020101020101" pitchFamily="18" charset="-127"/>
                <a:ea typeface="아리따-돋움(TTF)-Medium" panose="02020603020101020101" pitchFamily="18" charset="-127"/>
              </a:rPr>
              <a:t>.</a:t>
            </a:r>
            <a:endParaRPr lang="ko-KR" altLang="en-US" sz="1200" dirty="0"/>
          </a:p>
        </p:txBody>
      </p:sp>
      <p:sp>
        <p:nvSpPr>
          <p:cNvPr id="9" name="직사각형 8"/>
          <p:cNvSpPr/>
          <p:nvPr/>
        </p:nvSpPr>
        <p:spPr>
          <a:xfrm>
            <a:off x="389465" y="8138882"/>
            <a:ext cx="6084711" cy="713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730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97</Words>
  <Application>Microsoft Office PowerPoint</Application>
  <PresentationFormat>화면 슬라이드 쇼(4:3)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아리따-돋움(TTF)-Medium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SNUH</dc:creator>
  <cp:lastModifiedBy>SNUH</cp:lastModifiedBy>
  <cp:revision>3</cp:revision>
  <cp:lastPrinted>2018-05-24T08:49:20Z</cp:lastPrinted>
  <dcterms:created xsi:type="dcterms:W3CDTF">2018-05-24T08:43:51Z</dcterms:created>
  <dcterms:modified xsi:type="dcterms:W3CDTF">2018-05-24T08:49:46Z</dcterms:modified>
</cp:coreProperties>
</file>