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28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970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69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19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80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27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48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317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378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76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6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39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039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464" y="686108"/>
            <a:ext cx="6084711" cy="45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현재 순간에 대한 알아차림 연습</a:t>
            </a:r>
            <a:endParaRPr lang="ko-KR" altLang="en-US" b="1" dirty="0">
              <a:latin typeface="아리따-돋움(TTF)-Medium" panose="02020603020101020101" pitchFamily="18" charset="-127"/>
              <a:ea typeface="아리따-돋움(TTF)-Medium" panose="02020603020101020101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89464" y="1561519"/>
            <a:ext cx="6090358" cy="1892881"/>
            <a:chOff x="389464" y="1561519"/>
            <a:chExt cx="6090358" cy="1892881"/>
          </a:xfrm>
        </p:grpSpPr>
        <p:sp>
          <p:nvSpPr>
            <p:cNvPr id="5" name="직사각형 4"/>
            <p:cNvSpPr/>
            <p:nvPr/>
          </p:nvSpPr>
          <p:spPr>
            <a:xfrm>
              <a:off x="395111" y="1561519"/>
              <a:ext cx="6084711" cy="18928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9464" y="1561519"/>
              <a:ext cx="608471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1200" b="1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주의를 기울여보자</a:t>
              </a:r>
              <a:r>
                <a:rPr lang="en-US" altLang="ko-KR" sz="1200" b="1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:</a:t>
              </a:r>
            </a:p>
            <a:p>
              <a:pPr algn="just">
                <a:lnSpc>
                  <a:spcPct val="150000"/>
                </a:lnSpc>
              </a:pP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어떤 것을 인식할 수 있었나요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?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현재 순간에 대한 알아차림을 통해 주의를 기울여 관찰한 사물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,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음식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,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장소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,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사람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,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사건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,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감정을 적어보세요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.</a:t>
              </a:r>
              <a:endParaRPr lang="ko-KR" altLang="en-US" sz="1200" dirty="0">
                <a:latin typeface="아리따-돋움(TTF)-Medium" panose="02020603020101020101" pitchFamily="18" charset="-127"/>
                <a:ea typeface="아리따-돋움(TTF)-Medium" panose="02020603020101020101" pitchFamily="18" charset="-127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383817" y="3674369"/>
            <a:ext cx="6090358" cy="1892881"/>
            <a:chOff x="389464" y="1561519"/>
            <a:chExt cx="6090358" cy="1892881"/>
          </a:xfrm>
        </p:grpSpPr>
        <p:sp>
          <p:nvSpPr>
            <p:cNvPr id="12" name="직사각형 11"/>
            <p:cNvSpPr/>
            <p:nvPr/>
          </p:nvSpPr>
          <p:spPr>
            <a:xfrm>
              <a:off x="395111" y="1561519"/>
              <a:ext cx="6084711" cy="18928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89464" y="1561519"/>
              <a:ext cx="608471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1200" b="1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말해보자</a:t>
              </a:r>
              <a:r>
                <a:rPr lang="en-US" altLang="ko-KR" sz="1200" b="1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:</a:t>
              </a:r>
            </a:p>
            <a:p>
              <a:pPr algn="just">
                <a:lnSpc>
                  <a:spcPct val="150000"/>
                </a:lnSpc>
              </a:pP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알아차린 것에 대해 최대한 자세히 기술하세요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(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예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: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색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,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질감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,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맛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,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온도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,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감각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,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냄새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,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사람 등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).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어떤 판단이나 해석이 아닌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, </a:t>
              </a: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있는 그대로의 모습을 묘사해야 한다는 점을 명심하세요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.</a:t>
              </a:r>
              <a:endParaRPr lang="ko-KR" altLang="en-US" sz="1200" dirty="0">
                <a:latin typeface="아리따-돋움(TTF)-Medium" panose="02020603020101020101" pitchFamily="18" charset="-127"/>
                <a:ea typeface="아리따-돋움(TTF)-Medium" panose="02020603020101020101" pitchFamily="18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378170" y="5810329"/>
            <a:ext cx="6090358" cy="1892881"/>
            <a:chOff x="389464" y="1561519"/>
            <a:chExt cx="6090358" cy="1892881"/>
          </a:xfrm>
        </p:grpSpPr>
        <p:sp>
          <p:nvSpPr>
            <p:cNvPr id="15" name="직사각형 14"/>
            <p:cNvSpPr/>
            <p:nvPr/>
          </p:nvSpPr>
          <p:spPr>
            <a:xfrm>
              <a:off x="395111" y="1561519"/>
              <a:ext cx="6084711" cy="18928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89464" y="1561519"/>
              <a:ext cx="60847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1200" b="1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경험해보자</a:t>
              </a:r>
              <a:r>
                <a:rPr lang="en-US" altLang="ko-KR" sz="1200" b="1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:</a:t>
              </a:r>
            </a:p>
            <a:p>
              <a:pPr algn="just">
                <a:lnSpc>
                  <a:spcPct val="150000"/>
                </a:lnSpc>
              </a:pPr>
              <a:r>
                <a:rPr lang="ko-KR" altLang="en-US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지금 이 순간에 머무르고 있나요</a:t>
              </a:r>
              <a:r>
                <a:rPr lang="en-US" altLang="ko-KR" sz="1200" dirty="0" smtClean="0">
                  <a:latin typeface="아리따-돋움(TTF)-Medium" panose="02020603020101020101" pitchFamily="18" charset="-127"/>
                  <a:ea typeface="아리따-돋움(TTF)-Medium" panose="02020603020101020101" pitchFamily="18" charset="-127"/>
                </a:rPr>
                <a:t>?</a:t>
              </a:r>
              <a:endParaRPr lang="ko-KR" altLang="en-US" sz="1200" dirty="0">
                <a:latin typeface="아리따-돋움(TTF)-Medium" panose="02020603020101020101" pitchFamily="18" charset="-127"/>
                <a:ea typeface="아리따-돋움(TTF)-Medium" panose="02020603020101020101" pitchFamily="18" charset="-127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78169" y="7749430"/>
            <a:ext cx="6084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200" b="1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기억할 것</a:t>
            </a:r>
            <a:r>
              <a:rPr lang="en-US" altLang="ko-KR" sz="1200" b="1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: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생각이나 판단에 의해 주의가 흐트러졌을 때는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,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부드럽게 다시 지금 이 순간으로 되돌아오면 됩니다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.</a:t>
            </a:r>
            <a:endParaRPr lang="ko-KR" altLang="en-US" sz="1200" dirty="0">
              <a:latin typeface="아리따-돋움(TTF)-Medium" panose="02020603020101020101" pitchFamily="18" charset="-127"/>
              <a:ea typeface="아리따-돋움(TTF)-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2730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100</Words>
  <Application>Microsoft Office PowerPoint</Application>
  <PresentationFormat>화면 슬라이드 쇼(4:3)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아리따-돋움(TTF)-Medium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SNUH</dc:creator>
  <cp:lastModifiedBy>SNUH</cp:lastModifiedBy>
  <cp:revision>4</cp:revision>
  <cp:lastPrinted>2018-05-24T08:49:20Z</cp:lastPrinted>
  <dcterms:created xsi:type="dcterms:W3CDTF">2018-05-24T08:43:51Z</dcterms:created>
  <dcterms:modified xsi:type="dcterms:W3CDTF">2018-05-24T08:54:22Z</dcterms:modified>
</cp:coreProperties>
</file>