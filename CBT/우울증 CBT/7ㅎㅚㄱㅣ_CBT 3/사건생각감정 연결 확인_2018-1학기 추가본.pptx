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4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5E015-764A-4BC4-8654-08E5079474DC}" type="datetimeFigureOut">
              <a:rPr lang="ko-KR" altLang="en-US" smtClean="0"/>
              <a:t>2018-05-17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69AD-B4B7-4D34-B9D3-3A3CA8E4D3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5291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5E015-764A-4BC4-8654-08E5079474DC}" type="datetimeFigureOut">
              <a:rPr lang="ko-KR" altLang="en-US" smtClean="0"/>
              <a:t>2018-05-17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69AD-B4B7-4D34-B9D3-3A3CA8E4D3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8090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5E015-764A-4BC4-8654-08E5079474DC}" type="datetimeFigureOut">
              <a:rPr lang="ko-KR" altLang="en-US" smtClean="0"/>
              <a:t>2018-05-17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69AD-B4B7-4D34-B9D3-3A3CA8E4D3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0537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5E015-764A-4BC4-8654-08E5079474DC}" type="datetimeFigureOut">
              <a:rPr lang="ko-KR" altLang="en-US" smtClean="0"/>
              <a:t>2018-05-17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69AD-B4B7-4D34-B9D3-3A3CA8E4D3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66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5E015-764A-4BC4-8654-08E5079474DC}" type="datetimeFigureOut">
              <a:rPr lang="ko-KR" altLang="en-US" smtClean="0"/>
              <a:t>2018-05-17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69AD-B4B7-4D34-B9D3-3A3CA8E4D3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9646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5E015-764A-4BC4-8654-08E5079474DC}" type="datetimeFigureOut">
              <a:rPr lang="ko-KR" altLang="en-US" smtClean="0"/>
              <a:t>2018-05-17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69AD-B4B7-4D34-B9D3-3A3CA8E4D3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4273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5E015-764A-4BC4-8654-08E5079474DC}" type="datetimeFigureOut">
              <a:rPr lang="ko-KR" altLang="en-US" smtClean="0"/>
              <a:t>2018-05-17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69AD-B4B7-4D34-B9D3-3A3CA8E4D3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8587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5E015-764A-4BC4-8654-08E5079474DC}" type="datetimeFigureOut">
              <a:rPr lang="ko-KR" altLang="en-US" smtClean="0"/>
              <a:t>2018-05-17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69AD-B4B7-4D34-B9D3-3A3CA8E4D3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0301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5E015-764A-4BC4-8654-08E5079474DC}" type="datetimeFigureOut">
              <a:rPr lang="ko-KR" altLang="en-US" smtClean="0"/>
              <a:t>2018-05-17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69AD-B4B7-4D34-B9D3-3A3CA8E4D3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2492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5E015-764A-4BC4-8654-08E5079474DC}" type="datetimeFigureOut">
              <a:rPr lang="ko-KR" altLang="en-US" smtClean="0"/>
              <a:t>2018-05-17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69AD-B4B7-4D34-B9D3-3A3CA8E4D3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2381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5E015-764A-4BC4-8654-08E5079474DC}" type="datetimeFigureOut">
              <a:rPr lang="ko-KR" altLang="en-US" smtClean="0"/>
              <a:t>2018-05-17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69AD-B4B7-4D34-B9D3-3A3CA8E4D3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9328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05E015-764A-4BC4-8654-08E5079474DC}" type="datetimeFigureOut">
              <a:rPr lang="ko-KR" altLang="en-US" smtClean="0"/>
              <a:t>2018-05-17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FC69AD-B4B7-4D34-B9D3-3A3CA8E4D3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0135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062568"/>
              </p:ext>
            </p:extLst>
          </p:nvPr>
        </p:nvGraphicFramePr>
        <p:xfrm>
          <a:off x="636867" y="1642534"/>
          <a:ext cx="7884000" cy="33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1000"/>
                <a:gridCol w="1971000"/>
                <a:gridCol w="1971000"/>
                <a:gridCol w="1971000"/>
              </a:tblGrid>
              <a:tr h="1098515"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  <a:latin typeface="아리따-돋움(TTF)-Medium" panose="02020603020101020101" pitchFamily="18" charset="-127"/>
                        <a:ea typeface="아리따-돋움(TTF)-Mediu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사건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아리따-돋움(TTF)-Medium" panose="02020603020101020101" pitchFamily="18" charset="-127"/>
                        <a:ea typeface="아리따-돋움(TTF)-Mediu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생각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아리따-돋움(TTF)-Medium" panose="02020603020101020101" pitchFamily="18" charset="-127"/>
                        <a:ea typeface="아리따-돋움(TTF)-Mediu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감정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아리따-돋움(TTF)-Medium" panose="02020603020101020101" pitchFamily="18" charset="-127"/>
                        <a:ea typeface="아리따-돋움(TTF)-Mediu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985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자영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아리따-돋움(TTF)-Medium" panose="02020603020101020101" pitchFamily="18" charset="-127"/>
                        <a:ea typeface="아리따-돋움(TTF)-Mediu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  <a:latin typeface="아리따-돋움(TTF)-Medium" panose="02020603020101020101" pitchFamily="18" charset="-127"/>
                        <a:ea typeface="아리따-돋움(TTF)-Mediu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  <a:latin typeface="아리따-돋움(TTF)-Medium" panose="02020603020101020101" pitchFamily="18" charset="-127"/>
                        <a:ea typeface="아리따-돋움(TTF)-Mediu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우울함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아리따-돋움(TTF)-Medium" panose="02020603020101020101" pitchFamily="18" charset="-127"/>
                        <a:ea typeface="아리따-돋움(TTF)-Mediu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11509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윤지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아리따-돋움(TTF)-Medium" panose="02020603020101020101" pitchFamily="18" charset="-127"/>
                        <a:ea typeface="아리따-돋움(TTF)-Mediu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  <a:latin typeface="아리따-돋움(TTF)-Medium" panose="02020603020101020101" pitchFamily="18" charset="-127"/>
                        <a:ea typeface="아리따-돋움(TTF)-Mediu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  <a:latin typeface="아리따-돋움(TTF)-Medium" panose="02020603020101020101" pitchFamily="18" charset="-127"/>
                        <a:ea typeface="아리따-돋움(TTF)-Mediu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행복함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아리따-돋움(TTF)-Medium" panose="02020603020101020101" pitchFamily="18" charset="-127"/>
                        <a:ea typeface="아리따-돋움(TTF)-Mediu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6177573"/>
              </p:ext>
            </p:extLst>
          </p:nvPr>
        </p:nvGraphicFramePr>
        <p:xfrm>
          <a:off x="636867" y="872066"/>
          <a:ext cx="788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84000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사건</a:t>
                      </a:r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-</a:t>
                      </a:r>
                      <a:r>
                        <a:rPr lang="ko-KR" altLang="en-US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생각</a:t>
                      </a:r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-</a:t>
                      </a:r>
                      <a:r>
                        <a:rPr lang="ko-KR" altLang="en-US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감정의 연결 확인하기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아리따-돋움(TTF)-Medium" panose="02020603020101020101" pitchFamily="18" charset="-127"/>
                        <a:ea typeface="아리따-돋움(TTF)-Medium" panose="02020603020101020101" pitchFamily="18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0736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1239830"/>
              </p:ext>
            </p:extLst>
          </p:nvPr>
        </p:nvGraphicFramePr>
        <p:xfrm>
          <a:off x="636867" y="1642534"/>
          <a:ext cx="7884000" cy="33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1000"/>
                <a:gridCol w="1971000"/>
                <a:gridCol w="1971000"/>
                <a:gridCol w="1971000"/>
              </a:tblGrid>
              <a:tr h="1098515"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  <a:latin typeface="아리따-돋움(TTF)-Medium" panose="02020603020101020101" pitchFamily="18" charset="-127"/>
                        <a:ea typeface="아리따-돋움(TTF)-Mediu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사건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아리따-돋움(TTF)-Medium" panose="02020603020101020101" pitchFamily="18" charset="-127"/>
                        <a:ea typeface="아리따-돋움(TTF)-Mediu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생각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아리따-돋움(TTF)-Medium" panose="02020603020101020101" pitchFamily="18" charset="-127"/>
                        <a:ea typeface="아리따-돋움(TTF)-Mediu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감정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아리따-돋움(TTF)-Medium" panose="02020603020101020101" pitchFamily="18" charset="-127"/>
                        <a:ea typeface="아리따-돋움(TTF)-Mediu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985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자영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아리따-돋움(TTF)-Medium" panose="02020603020101020101" pitchFamily="18" charset="-127"/>
                        <a:ea typeface="아리따-돋움(TTF)-Mediu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비가 오는 것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아리따-돋움(TTF)-Medium" panose="02020603020101020101" pitchFamily="18" charset="-127"/>
                        <a:ea typeface="아리따-돋움(TTF)-Mediu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  <a:latin typeface="아리따-돋움(TTF)-Medium" panose="02020603020101020101" pitchFamily="18" charset="-127"/>
                        <a:ea typeface="아리따-돋움(TTF)-Mediu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우울함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아리따-돋움(TTF)-Medium" panose="02020603020101020101" pitchFamily="18" charset="-127"/>
                        <a:ea typeface="아리따-돋움(TTF)-Mediu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509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윤지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아리따-돋움(TTF)-Medium" panose="02020603020101020101" pitchFamily="18" charset="-127"/>
                        <a:ea typeface="아리따-돋움(TTF)-Mediu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비가 오는 것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아리따-돋움(TTF)-Medium" panose="02020603020101020101" pitchFamily="18" charset="-127"/>
                        <a:ea typeface="아리따-돋움(TTF)-Mediu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  <a:latin typeface="아리따-돋움(TTF)-Medium" panose="02020603020101020101" pitchFamily="18" charset="-127"/>
                        <a:ea typeface="아리따-돋움(TTF)-Mediu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행복함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아리따-돋움(TTF)-Medium" panose="02020603020101020101" pitchFamily="18" charset="-127"/>
                        <a:ea typeface="아리따-돋움(TTF)-Mediu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636867" y="872066"/>
          <a:ext cx="788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84000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사건</a:t>
                      </a:r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-</a:t>
                      </a:r>
                      <a:r>
                        <a:rPr lang="ko-KR" altLang="en-US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생각</a:t>
                      </a:r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-</a:t>
                      </a:r>
                      <a:r>
                        <a:rPr lang="ko-KR" altLang="en-US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감정의 연결 확인하기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아리따-돋움(TTF)-Medium" panose="02020603020101020101" pitchFamily="18" charset="-127"/>
                        <a:ea typeface="아리따-돋움(TTF)-Medium" panose="02020603020101020101" pitchFamily="18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4935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636867" y="1642534"/>
          <a:ext cx="7884000" cy="33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1000"/>
                <a:gridCol w="1971000"/>
                <a:gridCol w="1971000"/>
                <a:gridCol w="1971000"/>
              </a:tblGrid>
              <a:tr h="1098515"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  <a:latin typeface="아리따-돋움(TTF)-Medium" panose="02020603020101020101" pitchFamily="18" charset="-127"/>
                        <a:ea typeface="아리따-돋움(TTF)-Mediu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사건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아리따-돋움(TTF)-Medium" panose="02020603020101020101" pitchFamily="18" charset="-127"/>
                        <a:ea typeface="아리따-돋움(TTF)-Mediu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생각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아리따-돋움(TTF)-Medium" panose="02020603020101020101" pitchFamily="18" charset="-127"/>
                        <a:ea typeface="아리따-돋움(TTF)-Mediu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감정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아리따-돋움(TTF)-Medium" panose="02020603020101020101" pitchFamily="18" charset="-127"/>
                        <a:ea typeface="아리따-돋움(TTF)-Mediu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985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자영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아리따-돋움(TTF)-Medium" panose="02020603020101020101" pitchFamily="18" charset="-127"/>
                        <a:ea typeface="아리따-돋움(TTF)-Mediu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비가 오는 것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아리따-돋움(TTF)-Medium" panose="02020603020101020101" pitchFamily="18" charset="-127"/>
                        <a:ea typeface="아리따-돋움(TTF)-Mediu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“</a:t>
                      </a:r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학교 갈 때 옷도 젖고</a:t>
                      </a:r>
                      <a:r>
                        <a:rPr lang="en-US" altLang="ko-KR" sz="1500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, </a:t>
                      </a:r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짜증나</a:t>
                      </a:r>
                      <a:r>
                        <a:rPr lang="en-US" altLang="ko-KR" sz="1500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. </a:t>
                      </a:r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오늘 하루도 망쳤네</a:t>
                      </a:r>
                      <a:r>
                        <a:rPr lang="en-US" altLang="ko-KR" sz="1500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＂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아리따-돋움(TTF)-Medium" panose="02020603020101020101" pitchFamily="18" charset="-127"/>
                        <a:ea typeface="아리따-돋움(TTF)-Mediu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우울함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아리따-돋움(TTF)-Medium" panose="02020603020101020101" pitchFamily="18" charset="-127"/>
                        <a:ea typeface="아리따-돋움(TTF)-Mediu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509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윤지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아리따-돋움(TTF)-Medium" panose="02020603020101020101" pitchFamily="18" charset="-127"/>
                        <a:ea typeface="아리따-돋움(TTF)-Mediu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비가 오는 것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아리따-돋움(TTF)-Medium" panose="02020603020101020101" pitchFamily="18" charset="-127"/>
                        <a:ea typeface="아리따-돋움(TTF)-Mediu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“</a:t>
                      </a:r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날씨가 서늘해져서 학교 갈 때 땀도 안 나겠다</a:t>
                      </a:r>
                      <a:r>
                        <a:rPr lang="en-US" altLang="ko-KR" sz="1500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. </a:t>
                      </a:r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그리고 곧 단풍놀이도 갈 수 있겠지</a:t>
                      </a:r>
                      <a:r>
                        <a:rPr lang="en-US" altLang="ko-KR" sz="1500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.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아리따-돋움(TTF)-Medium" panose="02020603020101020101" pitchFamily="18" charset="-127"/>
                        <a:ea typeface="아리따-돋움(TTF)-Mediu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행복함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아리따-돋움(TTF)-Medium" panose="02020603020101020101" pitchFamily="18" charset="-127"/>
                        <a:ea typeface="아리따-돋움(TTF)-Mediu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636867" y="872066"/>
          <a:ext cx="788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84000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사건</a:t>
                      </a:r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-</a:t>
                      </a:r>
                      <a:r>
                        <a:rPr lang="ko-KR" altLang="en-US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생각</a:t>
                      </a:r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-</a:t>
                      </a:r>
                      <a:r>
                        <a:rPr lang="ko-KR" altLang="en-US" dirty="0" smtClean="0">
                          <a:solidFill>
                            <a:schemeClr val="tx1"/>
                          </a:solidFill>
                          <a:latin typeface="아리따-돋움(TTF)-Medium" panose="02020603020101020101" pitchFamily="18" charset="-127"/>
                          <a:ea typeface="아리따-돋움(TTF)-Medium" panose="02020603020101020101" pitchFamily="18" charset="-127"/>
                        </a:rPr>
                        <a:t>감정의 연결 확인하기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아리따-돋움(TTF)-Medium" panose="02020603020101020101" pitchFamily="18" charset="-127"/>
                        <a:ea typeface="아리따-돋움(TTF)-Medium" panose="02020603020101020101" pitchFamily="18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4947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84</Words>
  <Application>Microsoft Office PowerPoint</Application>
  <PresentationFormat>화면 슬라이드 쇼(4:3)</PresentationFormat>
  <Paragraphs>30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맑은 고딕</vt:lpstr>
      <vt:lpstr>아리따-돋움(TTF)-Medium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SNUH</dc:creator>
  <cp:lastModifiedBy>SNUH</cp:lastModifiedBy>
  <cp:revision>5</cp:revision>
  <cp:lastPrinted>2018-05-17T08:58:55Z</cp:lastPrinted>
  <dcterms:created xsi:type="dcterms:W3CDTF">2018-05-17T08:52:19Z</dcterms:created>
  <dcterms:modified xsi:type="dcterms:W3CDTF">2018-05-17T08:59:26Z</dcterms:modified>
</cp:coreProperties>
</file>