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503D9-A9E8-4699-B852-D761D90041B4}" type="datetimeFigureOut">
              <a:rPr lang="ko-KR" altLang="en-US" smtClean="0"/>
              <a:t>2017-05-17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4452B-89E0-48C4-B832-CA90456AD5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351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503D9-A9E8-4699-B852-D761D90041B4}" type="datetimeFigureOut">
              <a:rPr lang="ko-KR" altLang="en-US" smtClean="0"/>
              <a:t>2017-05-17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4452B-89E0-48C4-B832-CA90456AD5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2840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503D9-A9E8-4699-B852-D761D90041B4}" type="datetimeFigureOut">
              <a:rPr lang="ko-KR" altLang="en-US" smtClean="0"/>
              <a:t>2017-05-17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4452B-89E0-48C4-B832-CA90456AD5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0018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503D9-A9E8-4699-B852-D761D90041B4}" type="datetimeFigureOut">
              <a:rPr lang="ko-KR" altLang="en-US" smtClean="0"/>
              <a:t>2017-05-17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4452B-89E0-48C4-B832-CA90456AD5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271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503D9-A9E8-4699-B852-D761D90041B4}" type="datetimeFigureOut">
              <a:rPr lang="ko-KR" altLang="en-US" smtClean="0"/>
              <a:t>2017-05-17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4452B-89E0-48C4-B832-CA90456AD5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9097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503D9-A9E8-4699-B852-D761D90041B4}" type="datetimeFigureOut">
              <a:rPr lang="ko-KR" altLang="en-US" smtClean="0"/>
              <a:t>2017-05-17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4452B-89E0-48C4-B832-CA90456AD5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52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503D9-A9E8-4699-B852-D761D90041B4}" type="datetimeFigureOut">
              <a:rPr lang="ko-KR" altLang="en-US" smtClean="0"/>
              <a:t>2017-05-17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4452B-89E0-48C4-B832-CA90456AD5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2119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503D9-A9E8-4699-B852-D761D90041B4}" type="datetimeFigureOut">
              <a:rPr lang="ko-KR" altLang="en-US" smtClean="0"/>
              <a:t>2017-05-17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4452B-89E0-48C4-B832-CA90456AD5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209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503D9-A9E8-4699-B852-D761D90041B4}" type="datetimeFigureOut">
              <a:rPr lang="ko-KR" altLang="en-US" smtClean="0"/>
              <a:t>2017-05-17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4452B-89E0-48C4-B832-CA90456AD5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0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503D9-A9E8-4699-B852-D761D90041B4}" type="datetimeFigureOut">
              <a:rPr lang="ko-KR" altLang="en-US" smtClean="0"/>
              <a:t>2017-05-17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4452B-89E0-48C4-B832-CA90456AD5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0994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503D9-A9E8-4699-B852-D761D90041B4}" type="datetimeFigureOut">
              <a:rPr lang="ko-KR" altLang="en-US" smtClean="0"/>
              <a:t>2017-05-17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4452B-89E0-48C4-B832-CA90456AD5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207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503D9-A9E8-4699-B852-D761D90041B4}" type="datetimeFigureOut">
              <a:rPr lang="ko-KR" altLang="en-US" smtClean="0"/>
              <a:t>2017-05-17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4452B-89E0-48C4-B832-CA90456AD5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084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471488" y="486837"/>
            <a:ext cx="5915025" cy="713314"/>
          </a:xfrm>
        </p:spPr>
        <p:txBody>
          <a:bodyPr/>
          <a:lstStyle/>
          <a:p>
            <a:r>
              <a:rPr lang="en-US" altLang="ko-KR" b="1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STOP, THINK, GO</a:t>
            </a:r>
            <a:endParaRPr lang="ko-KR" altLang="en-US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6736311"/>
              </p:ext>
            </p:extLst>
          </p:nvPr>
        </p:nvGraphicFramePr>
        <p:xfrm>
          <a:off x="471489" y="1576387"/>
          <a:ext cx="2971800" cy="6238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1800"/>
              </a:tblGrid>
              <a:tr h="2079625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79625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79625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타원 6"/>
          <p:cNvSpPr/>
          <p:nvPr/>
        </p:nvSpPr>
        <p:spPr>
          <a:xfrm>
            <a:off x="1200149" y="1857376"/>
            <a:ext cx="1557338" cy="15573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1200149" y="3924301"/>
            <a:ext cx="1557338" cy="1557337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1200149" y="5991226"/>
            <a:ext cx="1557338" cy="155733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771901" y="2020670"/>
            <a:ext cx="2714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STOP: </a:t>
            </a:r>
          </a:p>
          <a:p>
            <a:r>
              <a:rPr lang="ko-KR" altLang="en-US" sz="2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문제가 무엇인가</a:t>
            </a:r>
            <a:endParaRPr lang="ko-KR" altLang="en-US" sz="2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71901" y="4287470"/>
            <a:ext cx="2714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THINK</a:t>
            </a:r>
            <a:r>
              <a:rPr lang="en-US" altLang="ko-KR" sz="2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endParaRPr lang="en-US" altLang="ko-KR" sz="24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2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해결책은 무엇인가</a:t>
            </a:r>
            <a:endParaRPr lang="ko-KR" altLang="en-US" sz="2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71901" y="6354395"/>
            <a:ext cx="2714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GO</a:t>
            </a:r>
            <a:r>
              <a:rPr lang="en-US" altLang="ko-KR" sz="2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endParaRPr lang="en-US" altLang="ko-KR" sz="24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2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실행하기</a:t>
            </a:r>
            <a:endParaRPr lang="ko-KR" altLang="en-US" sz="2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2161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16</Words>
  <Application>Microsoft Office PowerPoint</Application>
  <PresentationFormat>화면 슬라이드 쇼(4:3)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나눔고딕</vt:lpstr>
      <vt:lpstr>나눔고딕 ExtraBold</vt:lpstr>
      <vt:lpstr>맑은 고딕</vt:lpstr>
      <vt:lpstr>Arial</vt:lpstr>
      <vt:lpstr>Calibri</vt:lpstr>
      <vt:lpstr>Calibri Light</vt:lpstr>
      <vt:lpstr>Office 테마</vt:lpstr>
      <vt:lpstr>STOP, THINK, GO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STOP, PLAN, GO</dc:title>
  <dc:creator>Hyejin Jeon</dc:creator>
  <cp:lastModifiedBy>Hyejin Jeon</cp:lastModifiedBy>
  <cp:revision>3</cp:revision>
  <dcterms:created xsi:type="dcterms:W3CDTF">2015-02-25T21:23:48Z</dcterms:created>
  <dcterms:modified xsi:type="dcterms:W3CDTF">2017-05-16T17:50:58Z</dcterms:modified>
</cp:coreProperties>
</file>