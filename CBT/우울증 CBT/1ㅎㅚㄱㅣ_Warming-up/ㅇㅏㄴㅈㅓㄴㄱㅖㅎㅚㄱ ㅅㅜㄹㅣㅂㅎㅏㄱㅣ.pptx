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-2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4E53-E91E-4001-B25A-FC0A60222DC3}" type="datetimeFigureOut">
              <a:rPr lang="ko-KR" altLang="en-US" smtClean="0"/>
              <a:t>2015-09-09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6856A-6215-4122-9733-74CFC71565B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4E53-E91E-4001-B25A-FC0A60222DC3}" type="datetimeFigureOut">
              <a:rPr lang="ko-KR" altLang="en-US" smtClean="0"/>
              <a:t>2015-09-09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6856A-6215-4122-9733-74CFC71565B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4E53-E91E-4001-B25A-FC0A60222DC3}" type="datetimeFigureOut">
              <a:rPr lang="ko-KR" altLang="en-US" smtClean="0"/>
              <a:t>2015-09-09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6856A-6215-4122-9733-74CFC71565B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4E53-E91E-4001-B25A-FC0A60222DC3}" type="datetimeFigureOut">
              <a:rPr lang="ko-KR" altLang="en-US" smtClean="0"/>
              <a:t>2015-09-09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6856A-6215-4122-9733-74CFC71565B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4E53-E91E-4001-B25A-FC0A60222DC3}" type="datetimeFigureOut">
              <a:rPr lang="ko-KR" altLang="en-US" smtClean="0"/>
              <a:t>2015-09-09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6856A-6215-4122-9733-74CFC71565B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4E53-E91E-4001-B25A-FC0A60222DC3}" type="datetimeFigureOut">
              <a:rPr lang="ko-KR" altLang="en-US" smtClean="0"/>
              <a:t>2015-09-09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6856A-6215-4122-9733-74CFC71565B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4E53-E91E-4001-B25A-FC0A60222DC3}" type="datetimeFigureOut">
              <a:rPr lang="ko-KR" altLang="en-US" smtClean="0"/>
              <a:t>2015-09-09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6856A-6215-4122-9733-74CFC71565B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4E53-E91E-4001-B25A-FC0A60222DC3}" type="datetimeFigureOut">
              <a:rPr lang="ko-KR" altLang="en-US" smtClean="0"/>
              <a:t>2015-09-09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6856A-6215-4122-9733-74CFC71565B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4E53-E91E-4001-B25A-FC0A60222DC3}" type="datetimeFigureOut">
              <a:rPr lang="ko-KR" altLang="en-US" smtClean="0"/>
              <a:t>2015-09-09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6856A-6215-4122-9733-74CFC71565B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4E53-E91E-4001-B25A-FC0A60222DC3}" type="datetimeFigureOut">
              <a:rPr lang="ko-KR" altLang="en-US" smtClean="0"/>
              <a:t>2015-09-09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6856A-6215-4122-9733-74CFC71565B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4E53-E91E-4001-B25A-FC0A60222DC3}" type="datetimeFigureOut">
              <a:rPr lang="ko-KR" altLang="en-US" smtClean="0"/>
              <a:t>2015-09-09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6856A-6215-4122-9733-74CFC71565B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14E53-E91E-4001-B25A-FC0A60222DC3}" type="datetimeFigureOut">
              <a:rPr lang="ko-KR" altLang="en-US" smtClean="0"/>
              <a:t>2015-09-09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6856A-6215-4122-9733-74CFC71565B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395536" y="332656"/>
            <a:ext cx="8229600" cy="1143000"/>
          </a:xfrm>
        </p:spPr>
        <p:txBody>
          <a:bodyPr>
            <a:normAutofit/>
          </a:bodyPr>
          <a:lstStyle/>
          <a:p>
            <a:r>
              <a:rPr lang="ko-KR" alt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안전계획 수립하기</a:t>
            </a:r>
            <a:endParaRPr lang="ko-KR" alt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51520" y="1988840"/>
            <a:ext cx="8712968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1</a:t>
            </a:r>
            <a:r>
              <a:rPr lang="ko-KR" altLang="en-US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단계 </a:t>
            </a:r>
            <a:r>
              <a:rPr lang="en-US" altLang="ko-KR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: </a:t>
            </a:r>
            <a:r>
              <a:rPr lang="ko-KR" altLang="en-US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근처에 있는 위험한 물건 제거</a:t>
            </a:r>
            <a:endParaRPr lang="en-US" altLang="ko-KR" sz="2800" dirty="0" smtClean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2</a:t>
            </a:r>
            <a:r>
              <a:rPr lang="ko-KR" altLang="en-US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단계 </a:t>
            </a:r>
            <a:r>
              <a:rPr lang="en-US" altLang="ko-KR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: </a:t>
            </a:r>
            <a:r>
              <a:rPr lang="ko-KR" altLang="en-US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경고신호 확인</a:t>
            </a:r>
            <a:endParaRPr lang="en-US" altLang="ko-KR" sz="2800" dirty="0" smtClean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3</a:t>
            </a:r>
            <a:r>
              <a:rPr lang="ko-KR" altLang="en-US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단계 </a:t>
            </a:r>
            <a:r>
              <a:rPr lang="en-US" altLang="ko-KR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: </a:t>
            </a:r>
            <a:r>
              <a:rPr lang="ko-KR" altLang="en-US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자살생각</a:t>
            </a:r>
            <a:r>
              <a:rPr lang="ko-KR" altLang="en-US" sz="28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에 </a:t>
            </a:r>
            <a:r>
              <a:rPr lang="ko-KR" altLang="en-US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대한 대처</a:t>
            </a:r>
            <a:r>
              <a:rPr lang="en-US" altLang="ko-KR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-</a:t>
            </a:r>
            <a:r>
              <a:rPr lang="ko-KR" altLang="en-US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혼자 할 수 있는 것</a:t>
            </a:r>
            <a:endParaRPr lang="en-US" altLang="ko-KR" sz="2800" dirty="0" smtClean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4</a:t>
            </a:r>
            <a:r>
              <a:rPr lang="ko-KR" altLang="en-US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단계</a:t>
            </a:r>
            <a:r>
              <a:rPr lang="en-US" altLang="ko-KR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: </a:t>
            </a:r>
            <a:r>
              <a:rPr lang="ko-KR" altLang="en-US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자살생각에 대한 대처</a:t>
            </a:r>
            <a:r>
              <a:rPr lang="en-US" altLang="ko-KR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-</a:t>
            </a:r>
            <a:r>
              <a:rPr lang="ko-KR" altLang="en-US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도와줄 수 있는 사람들</a:t>
            </a:r>
            <a:endParaRPr lang="en-US" altLang="ko-KR" sz="2800" dirty="0" smtClean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5</a:t>
            </a:r>
            <a:r>
              <a:rPr lang="ko-KR" altLang="en-US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단계</a:t>
            </a:r>
            <a:r>
              <a:rPr lang="en-US" altLang="ko-KR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:</a:t>
            </a:r>
            <a:r>
              <a:rPr lang="ko-KR" altLang="en-US" sz="28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</a:t>
            </a:r>
            <a:r>
              <a:rPr lang="ko-KR" altLang="en-US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자살생각에 대한 대처</a:t>
            </a:r>
            <a:r>
              <a:rPr lang="en-US" altLang="ko-KR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-</a:t>
            </a:r>
            <a:r>
              <a:rPr lang="ko-KR" altLang="en-US" sz="2800" dirty="0" smtClean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도움 요청</a:t>
            </a:r>
            <a:endParaRPr lang="en-US" altLang="ko-KR" sz="2800" dirty="0" smtClean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endParaRPr lang="ko-KR" altLang="en-US" sz="28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47</Words>
  <Application>Microsoft Office PowerPoint</Application>
  <PresentationFormat>화면 슬라이드 쇼(4:3)</PresentationFormat>
  <Paragraphs>6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안전계획 수립하기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안전계획 수립하기</dc:title>
  <dc:creator>snuh</dc:creator>
  <cp:lastModifiedBy>snuh</cp:lastModifiedBy>
  <cp:revision>3</cp:revision>
  <dcterms:created xsi:type="dcterms:W3CDTF">2015-09-09T05:02:18Z</dcterms:created>
  <dcterms:modified xsi:type="dcterms:W3CDTF">2015-09-09T05:21:09Z</dcterms:modified>
</cp:coreProperties>
</file>