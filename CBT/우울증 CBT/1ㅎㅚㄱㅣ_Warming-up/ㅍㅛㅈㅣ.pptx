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4"/>
  </p:notesMasterIdLst>
  <p:sldIdLst>
    <p:sldId id="257" r:id="rId2"/>
    <p:sldId id="258" r:id="rId3"/>
  </p:sldIdLst>
  <p:sldSz cx="6858000" cy="9144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12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63740-CC4B-42F9-842A-C72809282AD3}" type="datetimeFigureOut">
              <a:rPr lang="ko-KR" altLang="en-US" smtClean="0"/>
              <a:t>2015-09-09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3B563-A510-40E8-BE0C-449ED021BE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89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3B563-A510-40E8-BE0C-449ED021BE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9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53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415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2279652"/>
            <a:ext cx="5915025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6119285"/>
            <a:ext cx="5915025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13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69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486834"/>
            <a:ext cx="5915025" cy="176741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99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90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48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57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86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33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486834"/>
            <a:ext cx="1478756" cy="774911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92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FCC17-2B54-415D-AE47-40A8A92A91F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2015-09-09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72ACF-456B-43F3-9AB9-3F95B483A2A6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11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2"/>
          <p:cNvGrpSpPr>
            <a:grpSpLocks/>
          </p:cNvGrpSpPr>
          <p:nvPr/>
        </p:nvGrpSpPr>
        <p:grpSpPr bwMode="auto">
          <a:xfrm rot="831118">
            <a:off x="5040587" y="1575989"/>
            <a:ext cx="426244" cy="895349"/>
            <a:chOff x="2389" y="3005"/>
            <a:chExt cx="421" cy="498"/>
          </a:xfrm>
        </p:grpSpPr>
        <p:sp>
          <p:nvSpPr>
            <p:cNvPr id="13" name="Freeform 53"/>
            <p:cNvSpPr>
              <a:spLocks/>
            </p:cNvSpPr>
            <p:nvPr/>
          </p:nvSpPr>
          <p:spPr bwMode="auto">
            <a:xfrm>
              <a:off x="2421" y="3154"/>
              <a:ext cx="303" cy="349"/>
            </a:xfrm>
            <a:custGeom>
              <a:avLst/>
              <a:gdLst/>
              <a:ahLst/>
              <a:cxnLst>
                <a:cxn ang="0">
                  <a:pos x="289" y="4"/>
                </a:cxn>
                <a:cxn ang="0">
                  <a:pos x="289" y="4"/>
                </a:cxn>
                <a:cxn ang="0">
                  <a:pos x="275" y="32"/>
                </a:cxn>
                <a:cxn ang="0">
                  <a:pos x="255" y="68"/>
                </a:cxn>
                <a:cxn ang="0">
                  <a:pos x="231" y="110"/>
                </a:cxn>
                <a:cxn ang="0">
                  <a:pos x="199" y="158"/>
                </a:cxn>
                <a:cxn ang="0">
                  <a:pos x="181" y="182"/>
                </a:cxn>
                <a:cxn ang="0">
                  <a:pos x="161" y="206"/>
                </a:cxn>
                <a:cxn ang="0">
                  <a:pos x="139" y="230"/>
                </a:cxn>
                <a:cxn ang="0">
                  <a:pos x="115" y="253"/>
                </a:cxn>
                <a:cxn ang="0">
                  <a:pos x="89" y="277"/>
                </a:cxn>
                <a:cxn ang="0">
                  <a:pos x="64" y="297"/>
                </a:cxn>
                <a:cxn ang="0">
                  <a:pos x="34" y="317"/>
                </a:cxn>
                <a:cxn ang="0">
                  <a:pos x="4" y="335"/>
                </a:cxn>
                <a:cxn ang="0">
                  <a:pos x="4" y="335"/>
                </a:cxn>
                <a:cxn ang="0">
                  <a:pos x="2" y="337"/>
                </a:cxn>
                <a:cxn ang="0">
                  <a:pos x="0" y="339"/>
                </a:cxn>
                <a:cxn ang="0">
                  <a:pos x="0" y="343"/>
                </a:cxn>
                <a:cxn ang="0">
                  <a:pos x="0" y="345"/>
                </a:cxn>
                <a:cxn ang="0">
                  <a:pos x="0" y="345"/>
                </a:cxn>
                <a:cxn ang="0">
                  <a:pos x="2" y="347"/>
                </a:cxn>
                <a:cxn ang="0">
                  <a:pos x="6" y="349"/>
                </a:cxn>
                <a:cxn ang="0">
                  <a:pos x="8" y="349"/>
                </a:cxn>
                <a:cxn ang="0">
                  <a:pos x="12" y="349"/>
                </a:cxn>
                <a:cxn ang="0">
                  <a:pos x="12" y="349"/>
                </a:cxn>
                <a:cxn ang="0">
                  <a:pos x="42" y="331"/>
                </a:cxn>
                <a:cxn ang="0">
                  <a:pos x="72" y="311"/>
                </a:cxn>
                <a:cxn ang="0">
                  <a:pos x="99" y="289"/>
                </a:cxn>
                <a:cxn ang="0">
                  <a:pos x="125" y="267"/>
                </a:cxn>
                <a:cxn ang="0">
                  <a:pos x="149" y="243"/>
                </a:cxn>
                <a:cxn ang="0">
                  <a:pos x="173" y="216"/>
                </a:cxn>
                <a:cxn ang="0">
                  <a:pos x="193" y="192"/>
                </a:cxn>
                <a:cxn ang="0">
                  <a:pos x="211" y="168"/>
                </a:cxn>
                <a:cxn ang="0">
                  <a:pos x="243" y="120"/>
                </a:cxn>
                <a:cxn ang="0">
                  <a:pos x="269" y="76"/>
                </a:cxn>
                <a:cxn ang="0">
                  <a:pos x="289" y="38"/>
                </a:cxn>
                <a:cxn ang="0">
                  <a:pos x="303" y="10"/>
                </a:cxn>
                <a:cxn ang="0">
                  <a:pos x="303" y="10"/>
                </a:cxn>
                <a:cxn ang="0">
                  <a:pos x="303" y="8"/>
                </a:cxn>
                <a:cxn ang="0">
                  <a:pos x="303" y="4"/>
                </a:cxn>
                <a:cxn ang="0">
                  <a:pos x="301" y="2"/>
                </a:cxn>
                <a:cxn ang="0">
                  <a:pos x="299" y="0"/>
                </a:cxn>
                <a:cxn ang="0">
                  <a:pos x="299" y="0"/>
                </a:cxn>
                <a:cxn ang="0">
                  <a:pos x="297" y="0"/>
                </a:cxn>
                <a:cxn ang="0">
                  <a:pos x="293" y="0"/>
                </a:cxn>
                <a:cxn ang="0">
                  <a:pos x="291" y="2"/>
                </a:cxn>
                <a:cxn ang="0">
                  <a:pos x="289" y="4"/>
                </a:cxn>
                <a:cxn ang="0">
                  <a:pos x="289" y="4"/>
                </a:cxn>
              </a:cxnLst>
              <a:rect l="0" t="0" r="r" b="b"/>
              <a:pathLst>
                <a:path w="303" h="349">
                  <a:moveTo>
                    <a:pt x="289" y="4"/>
                  </a:moveTo>
                  <a:lnTo>
                    <a:pt x="289" y="4"/>
                  </a:lnTo>
                  <a:lnTo>
                    <a:pt x="275" y="32"/>
                  </a:lnTo>
                  <a:lnTo>
                    <a:pt x="255" y="68"/>
                  </a:lnTo>
                  <a:lnTo>
                    <a:pt x="231" y="110"/>
                  </a:lnTo>
                  <a:lnTo>
                    <a:pt x="199" y="158"/>
                  </a:lnTo>
                  <a:lnTo>
                    <a:pt x="181" y="182"/>
                  </a:lnTo>
                  <a:lnTo>
                    <a:pt x="161" y="206"/>
                  </a:lnTo>
                  <a:lnTo>
                    <a:pt x="139" y="230"/>
                  </a:lnTo>
                  <a:lnTo>
                    <a:pt x="115" y="253"/>
                  </a:lnTo>
                  <a:lnTo>
                    <a:pt x="89" y="277"/>
                  </a:lnTo>
                  <a:lnTo>
                    <a:pt x="64" y="297"/>
                  </a:lnTo>
                  <a:lnTo>
                    <a:pt x="34" y="317"/>
                  </a:lnTo>
                  <a:lnTo>
                    <a:pt x="4" y="335"/>
                  </a:lnTo>
                  <a:lnTo>
                    <a:pt x="4" y="335"/>
                  </a:lnTo>
                  <a:lnTo>
                    <a:pt x="2" y="337"/>
                  </a:lnTo>
                  <a:lnTo>
                    <a:pt x="0" y="339"/>
                  </a:lnTo>
                  <a:lnTo>
                    <a:pt x="0" y="343"/>
                  </a:lnTo>
                  <a:lnTo>
                    <a:pt x="0" y="345"/>
                  </a:lnTo>
                  <a:lnTo>
                    <a:pt x="0" y="345"/>
                  </a:lnTo>
                  <a:lnTo>
                    <a:pt x="2" y="347"/>
                  </a:lnTo>
                  <a:lnTo>
                    <a:pt x="6" y="349"/>
                  </a:lnTo>
                  <a:lnTo>
                    <a:pt x="8" y="349"/>
                  </a:lnTo>
                  <a:lnTo>
                    <a:pt x="12" y="349"/>
                  </a:lnTo>
                  <a:lnTo>
                    <a:pt x="12" y="349"/>
                  </a:lnTo>
                  <a:lnTo>
                    <a:pt x="42" y="331"/>
                  </a:lnTo>
                  <a:lnTo>
                    <a:pt x="72" y="311"/>
                  </a:lnTo>
                  <a:lnTo>
                    <a:pt x="99" y="289"/>
                  </a:lnTo>
                  <a:lnTo>
                    <a:pt x="125" y="267"/>
                  </a:lnTo>
                  <a:lnTo>
                    <a:pt x="149" y="243"/>
                  </a:lnTo>
                  <a:lnTo>
                    <a:pt x="173" y="216"/>
                  </a:lnTo>
                  <a:lnTo>
                    <a:pt x="193" y="192"/>
                  </a:lnTo>
                  <a:lnTo>
                    <a:pt x="211" y="168"/>
                  </a:lnTo>
                  <a:lnTo>
                    <a:pt x="243" y="120"/>
                  </a:lnTo>
                  <a:lnTo>
                    <a:pt x="269" y="76"/>
                  </a:lnTo>
                  <a:lnTo>
                    <a:pt x="289" y="38"/>
                  </a:lnTo>
                  <a:lnTo>
                    <a:pt x="303" y="10"/>
                  </a:lnTo>
                  <a:lnTo>
                    <a:pt x="303" y="10"/>
                  </a:lnTo>
                  <a:lnTo>
                    <a:pt x="303" y="8"/>
                  </a:lnTo>
                  <a:lnTo>
                    <a:pt x="303" y="4"/>
                  </a:lnTo>
                  <a:lnTo>
                    <a:pt x="301" y="2"/>
                  </a:lnTo>
                  <a:lnTo>
                    <a:pt x="299" y="0"/>
                  </a:lnTo>
                  <a:lnTo>
                    <a:pt x="299" y="0"/>
                  </a:lnTo>
                  <a:lnTo>
                    <a:pt x="297" y="0"/>
                  </a:lnTo>
                  <a:lnTo>
                    <a:pt x="293" y="0"/>
                  </a:lnTo>
                  <a:lnTo>
                    <a:pt x="291" y="2"/>
                  </a:lnTo>
                  <a:lnTo>
                    <a:pt x="289" y="4"/>
                  </a:lnTo>
                  <a:lnTo>
                    <a:pt x="289" y="4"/>
                  </a:lnTo>
                  <a:close/>
                </a:path>
              </a:pathLst>
            </a:custGeom>
            <a:solidFill>
              <a:srgbClr val="4E7BD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Freeform 54"/>
            <p:cNvSpPr>
              <a:spLocks/>
            </p:cNvSpPr>
            <p:nvPr/>
          </p:nvSpPr>
          <p:spPr bwMode="auto">
            <a:xfrm>
              <a:off x="2389" y="3005"/>
              <a:ext cx="421" cy="448"/>
            </a:xfrm>
            <a:custGeom>
              <a:avLst/>
              <a:gdLst/>
              <a:ahLst/>
              <a:cxnLst>
                <a:cxn ang="0">
                  <a:pos x="371" y="38"/>
                </a:cxn>
                <a:cxn ang="0">
                  <a:pos x="319" y="79"/>
                </a:cxn>
                <a:cxn ang="0">
                  <a:pos x="249" y="105"/>
                </a:cxn>
                <a:cxn ang="0">
                  <a:pos x="195" y="121"/>
                </a:cxn>
                <a:cxn ang="0">
                  <a:pos x="161" y="141"/>
                </a:cxn>
                <a:cxn ang="0">
                  <a:pos x="135" y="171"/>
                </a:cxn>
                <a:cxn ang="0">
                  <a:pos x="104" y="235"/>
                </a:cxn>
                <a:cxn ang="0">
                  <a:pos x="92" y="299"/>
                </a:cxn>
                <a:cxn ang="0">
                  <a:pos x="92" y="345"/>
                </a:cxn>
                <a:cxn ang="0">
                  <a:pos x="102" y="402"/>
                </a:cxn>
                <a:cxn ang="0">
                  <a:pos x="52" y="428"/>
                </a:cxn>
                <a:cxn ang="0">
                  <a:pos x="2" y="430"/>
                </a:cxn>
                <a:cxn ang="0">
                  <a:pos x="24" y="448"/>
                </a:cxn>
                <a:cxn ang="0">
                  <a:pos x="82" y="434"/>
                </a:cxn>
                <a:cxn ang="0">
                  <a:pos x="116" y="412"/>
                </a:cxn>
                <a:cxn ang="0">
                  <a:pos x="118" y="404"/>
                </a:cxn>
                <a:cxn ang="0">
                  <a:pos x="108" y="319"/>
                </a:cxn>
                <a:cxn ang="0">
                  <a:pos x="110" y="281"/>
                </a:cxn>
                <a:cxn ang="0">
                  <a:pos x="125" y="221"/>
                </a:cxn>
                <a:cxn ang="0">
                  <a:pos x="163" y="163"/>
                </a:cxn>
                <a:cxn ang="0">
                  <a:pos x="181" y="145"/>
                </a:cxn>
                <a:cxn ang="0">
                  <a:pos x="227" y="127"/>
                </a:cxn>
                <a:cxn ang="0">
                  <a:pos x="287" y="111"/>
                </a:cxn>
                <a:cxn ang="0">
                  <a:pos x="339" y="87"/>
                </a:cxn>
                <a:cxn ang="0">
                  <a:pos x="389" y="40"/>
                </a:cxn>
                <a:cxn ang="0">
                  <a:pos x="401" y="119"/>
                </a:cxn>
                <a:cxn ang="0">
                  <a:pos x="405" y="189"/>
                </a:cxn>
                <a:cxn ang="0">
                  <a:pos x="399" y="271"/>
                </a:cxn>
                <a:cxn ang="0">
                  <a:pos x="375" y="335"/>
                </a:cxn>
                <a:cxn ang="0">
                  <a:pos x="353" y="369"/>
                </a:cxn>
                <a:cxn ang="0">
                  <a:pos x="315" y="400"/>
                </a:cxn>
                <a:cxn ang="0">
                  <a:pos x="271" y="418"/>
                </a:cxn>
                <a:cxn ang="0">
                  <a:pos x="189" y="426"/>
                </a:cxn>
                <a:cxn ang="0">
                  <a:pos x="131" y="438"/>
                </a:cxn>
                <a:cxn ang="0">
                  <a:pos x="187" y="442"/>
                </a:cxn>
                <a:cxn ang="0">
                  <a:pos x="277" y="434"/>
                </a:cxn>
                <a:cxn ang="0">
                  <a:pos x="323" y="414"/>
                </a:cxn>
                <a:cxn ang="0">
                  <a:pos x="365" y="379"/>
                </a:cxn>
                <a:cxn ang="0">
                  <a:pos x="385" y="351"/>
                </a:cxn>
                <a:cxn ang="0">
                  <a:pos x="407" y="301"/>
                </a:cxn>
                <a:cxn ang="0">
                  <a:pos x="419" y="239"/>
                </a:cxn>
                <a:cxn ang="0">
                  <a:pos x="413" y="83"/>
                </a:cxn>
                <a:cxn ang="0">
                  <a:pos x="387" y="16"/>
                </a:cxn>
              </a:cxnLst>
              <a:rect l="0" t="0" r="r" b="b"/>
              <a:pathLst>
                <a:path w="421" h="448">
                  <a:moveTo>
                    <a:pt x="387" y="16"/>
                  </a:moveTo>
                  <a:lnTo>
                    <a:pt x="387" y="16"/>
                  </a:lnTo>
                  <a:lnTo>
                    <a:pt x="371" y="38"/>
                  </a:lnTo>
                  <a:lnTo>
                    <a:pt x="355" y="54"/>
                  </a:lnTo>
                  <a:lnTo>
                    <a:pt x="337" y="68"/>
                  </a:lnTo>
                  <a:lnTo>
                    <a:pt x="319" y="79"/>
                  </a:lnTo>
                  <a:lnTo>
                    <a:pt x="303" y="89"/>
                  </a:lnTo>
                  <a:lnTo>
                    <a:pt x="285" y="95"/>
                  </a:lnTo>
                  <a:lnTo>
                    <a:pt x="249" y="105"/>
                  </a:lnTo>
                  <a:lnTo>
                    <a:pt x="249" y="105"/>
                  </a:lnTo>
                  <a:lnTo>
                    <a:pt x="221" y="111"/>
                  </a:lnTo>
                  <a:lnTo>
                    <a:pt x="195" y="121"/>
                  </a:lnTo>
                  <a:lnTo>
                    <a:pt x="183" y="125"/>
                  </a:lnTo>
                  <a:lnTo>
                    <a:pt x="173" y="133"/>
                  </a:lnTo>
                  <a:lnTo>
                    <a:pt x="161" y="141"/>
                  </a:lnTo>
                  <a:lnTo>
                    <a:pt x="151" y="151"/>
                  </a:lnTo>
                  <a:lnTo>
                    <a:pt x="151" y="151"/>
                  </a:lnTo>
                  <a:lnTo>
                    <a:pt x="135" y="171"/>
                  </a:lnTo>
                  <a:lnTo>
                    <a:pt x="121" y="193"/>
                  </a:lnTo>
                  <a:lnTo>
                    <a:pt x="112" y="215"/>
                  </a:lnTo>
                  <a:lnTo>
                    <a:pt x="104" y="235"/>
                  </a:lnTo>
                  <a:lnTo>
                    <a:pt x="98" y="257"/>
                  </a:lnTo>
                  <a:lnTo>
                    <a:pt x="94" y="279"/>
                  </a:lnTo>
                  <a:lnTo>
                    <a:pt x="92" y="299"/>
                  </a:lnTo>
                  <a:lnTo>
                    <a:pt x="92" y="319"/>
                  </a:lnTo>
                  <a:lnTo>
                    <a:pt x="92" y="319"/>
                  </a:lnTo>
                  <a:lnTo>
                    <a:pt x="92" y="345"/>
                  </a:lnTo>
                  <a:lnTo>
                    <a:pt x="94" y="367"/>
                  </a:lnTo>
                  <a:lnTo>
                    <a:pt x="102" y="402"/>
                  </a:lnTo>
                  <a:lnTo>
                    <a:pt x="102" y="402"/>
                  </a:lnTo>
                  <a:lnTo>
                    <a:pt x="88" y="412"/>
                  </a:lnTo>
                  <a:lnTo>
                    <a:pt x="66" y="424"/>
                  </a:lnTo>
                  <a:lnTo>
                    <a:pt x="52" y="428"/>
                  </a:lnTo>
                  <a:lnTo>
                    <a:pt x="36" y="430"/>
                  </a:lnTo>
                  <a:lnTo>
                    <a:pt x="20" y="432"/>
                  </a:lnTo>
                  <a:lnTo>
                    <a:pt x="2" y="43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24" y="448"/>
                  </a:lnTo>
                  <a:lnTo>
                    <a:pt x="44" y="446"/>
                  </a:lnTo>
                  <a:lnTo>
                    <a:pt x="64" y="440"/>
                  </a:lnTo>
                  <a:lnTo>
                    <a:pt x="82" y="434"/>
                  </a:lnTo>
                  <a:lnTo>
                    <a:pt x="96" y="426"/>
                  </a:lnTo>
                  <a:lnTo>
                    <a:pt x="106" y="420"/>
                  </a:lnTo>
                  <a:lnTo>
                    <a:pt x="116" y="412"/>
                  </a:lnTo>
                  <a:lnTo>
                    <a:pt x="119" y="408"/>
                  </a:lnTo>
                  <a:lnTo>
                    <a:pt x="118" y="404"/>
                  </a:lnTo>
                  <a:lnTo>
                    <a:pt x="118" y="404"/>
                  </a:lnTo>
                  <a:lnTo>
                    <a:pt x="112" y="369"/>
                  </a:lnTo>
                  <a:lnTo>
                    <a:pt x="108" y="347"/>
                  </a:lnTo>
                  <a:lnTo>
                    <a:pt x="108" y="319"/>
                  </a:lnTo>
                  <a:lnTo>
                    <a:pt x="108" y="319"/>
                  </a:lnTo>
                  <a:lnTo>
                    <a:pt x="108" y="301"/>
                  </a:lnTo>
                  <a:lnTo>
                    <a:pt x="110" y="281"/>
                  </a:lnTo>
                  <a:lnTo>
                    <a:pt x="114" y="261"/>
                  </a:lnTo>
                  <a:lnTo>
                    <a:pt x="118" y="241"/>
                  </a:lnTo>
                  <a:lnTo>
                    <a:pt x="125" y="221"/>
                  </a:lnTo>
                  <a:lnTo>
                    <a:pt x="135" y="201"/>
                  </a:lnTo>
                  <a:lnTo>
                    <a:pt x="147" y="181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71" y="153"/>
                  </a:lnTo>
                  <a:lnTo>
                    <a:pt x="181" y="145"/>
                  </a:lnTo>
                  <a:lnTo>
                    <a:pt x="191" y="139"/>
                  </a:lnTo>
                  <a:lnTo>
                    <a:pt x="203" y="135"/>
                  </a:lnTo>
                  <a:lnTo>
                    <a:pt x="227" y="127"/>
                  </a:lnTo>
                  <a:lnTo>
                    <a:pt x="251" y="119"/>
                  </a:lnTo>
                  <a:lnTo>
                    <a:pt x="251" y="119"/>
                  </a:lnTo>
                  <a:lnTo>
                    <a:pt x="287" y="111"/>
                  </a:lnTo>
                  <a:lnTo>
                    <a:pt x="303" y="105"/>
                  </a:lnTo>
                  <a:lnTo>
                    <a:pt x="321" y="97"/>
                  </a:lnTo>
                  <a:lnTo>
                    <a:pt x="339" y="87"/>
                  </a:lnTo>
                  <a:lnTo>
                    <a:pt x="357" y="74"/>
                  </a:lnTo>
                  <a:lnTo>
                    <a:pt x="373" y="58"/>
                  </a:lnTo>
                  <a:lnTo>
                    <a:pt x="389" y="40"/>
                  </a:lnTo>
                  <a:lnTo>
                    <a:pt x="389" y="40"/>
                  </a:lnTo>
                  <a:lnTo>
                    <a:pt x="397" y="81"/>
                  </a:lnTo>
                  <a:lnTo>
                    <a:pt x="401" y="119"/>
                  </a:lnTo>
                  <a:lnTo>
                    <a:pt x="405" y="155"/>
                  </a:lnTo>
                  <a:lnTo>
                    <a:pt x="405" y="189"/>
                  </a:lnTo>
                  <a:lnTo>
                    <a:pt x="405" y="189"/>
                  </a:lnTo>
                  <a:lnTo>
                    <a:pt x="405" y="217"/>
                  </a:lnTo>
                  <a:lnTo>
                    <a:pt x="403" y="245"/>
                  </a:lnTo>
                  <a:lnTo>
                    <a:pt x="399" y="271"/>
                  </a:lnTo>
                  <a:lnTo>
                    <a:pt x="393" y="293"/>
                  </a:lnTo>
                  <a:lnTo>
                    <a:pt x="385" y="315"/>
                  </a:lnTo>
                  <a:lnTo>
                    <a:pt x="375" y="335"/>
                  </a:lnTo>
                  <a:lnTo>
                    <a:pt x="365" y="353"/>
                  </a:lnTo>
                  <a:lnTo>
                    <a:pt x="353" y="369"/>
                  </a:lnTo>
                  <a:lnTo>
                    <a:pt x="353" y="369"/>
                  </a:lnTo>
                  <a:lnTo>
                    <a:pt x="341" y="381"/>
                  </a:lnTo>
                  <a:lnTo>
                    <a:pt x="327" y="392"/>
                  </a:lnTo>
                  <a:lnTo>
                    <a:pt x="315" y="400"/>
                  </a:lnTo>
                  <a:lnTo>
                    <a:pt x="301" y="408"/>
                  </a:lnTo>
                  <a:lnTo>
                    <a:pt x="287" y="414"/>
                  </a:lnTo>
                  <a:lnTo>
                    <a:pt x="271" y="418"/>
                  </a:lnTo>
                  <a:lnTo>
                    <a:pt x="243" y="424"/>
                  </a:lnTo>
                  <a:lnTo>
                    <a:pt x="215" y="426"/>
                  </a:lnTo>
                  <a:lnTo>
                    <a:pt x="189" y="426"/>
                  </a:lnTo>
                  <a:lnTo>
                    <a:pt x="145" y="424"/>
                  </a:lnTo>
                  <a:lnTo>
                    <a:pt x="133" y="422"/>
                  </a:lnTo>
                  <a:lnTo>
                    <a:pt x="131" y="438"/>
                  </a:lnTo>
                  <a:lnTo>
                    <a:pt x="143" y="440"/>
                  </a:lnTo>
                  <a:lnTo>
                    <a:pt x="143" y="440"/>
                  </a:lnTo>
                  <a:lnTo>
                    <a:pt x="187" y="442"/>
                  </a:lnTo>
                  <a:lnTo>
                    <a:pt x="215" y="442"/>
                  </a:lnTo>
                  <a:lnTo>
                    <a:pt x="245" y="440"/>
                  </a:lnTo>
                  <a:lnTo>
                    <a:pt x="277" y="434"/>
                  </a:lnTo>
                  <a:lnTo>
                    <a:pt x="293" y="428"/>
                  </a:lnTo>
                  <a:lnTo>
                    <a:pt x="307" y="422"/>
                  </a:lnTo>
                  <a:lnTo>
                    <a:pt x="323" y="414"/>
                  </a:lnTo>
                  <a:lnTo>
                    <a:pt x="337" y="404"/>
                  </a:lnTo>
                  <a:lnTo>
                    <a:pt x="351" y="394"/>
                  </a:lnTo>
                  <a:lnTo>
                    <a:pt x="365" y="379"/>
                  </a:lnTo>
                  <a:lnTo>
                    <a:pt x="365" y="379"/>
                  </a:lnTo>
                  <a:lnTo>
                    <a:pt x="375" y="367"/>
                  </a:lnTo>
                  <a:lnTo>
                    <a:pt x="385" y="351"/>
                  </a:lnTo>
                  <a:lnTo>
                    <a:pt x="393" y="337"/>
                  </a:lnTo>
                  <a:lnTo>
                    <a:pt x="401" y="319"/>
                  </a:lnTo>
                  <a:lnTo>
                    <a:pt x="407" y="301"/>
                  </a:lnTo>
                  <a:lnTo>
                    <a:pt x="413" y="281"/>
                  </a:lnTo>
                  <a:lnTo>
                    <a:pt x="417" y="261"/>
                  </a:lnTo>
                  <a:lnTo>
                    <a:pt x="419" y="239"/>
                  </a:lnTo>
                  <a:lnTo>
                    <a:pt x="421" y="191"/>
                  </a:lnTo>
                  <a:lnTo>
                    <a:pt x="419" y="139"/>
                  </a:lnTo>
                  <a:lnTo>
                    <a:pt x="413" y="83"/>
                  </a:lnTo>
                  <a:lnTo>
                    <a:pt x="403" y="20"/>
                  </a:lnTo>
                  <a:lnTo>
                    <a:pt x="399" y="0"/>
                  </a:lnTo>
                  <a:lnTo>
                    <a:pt x="387" y="16"/>
                  </a:lnTo>
                  <a:close/>
                </a:path>
              </a:pathLst>
            </a:custGeom>
            <a:solidFill>
              <a:srgbClr val="4E7BD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 rot="20540026">
            <a:off x="4897712" y="1362203"/>
            <a:ext cx="311944" cy="711200"/>
            <a:chOff x="2389" y="3005"/>
            <a:chExt cx="421" cy="498"/>
          </a:xfrm>
        </p:grpSpPr>
        <p:sp>
          <p:nvSpPr>
            <p:cNvPr id="16" name="Freeform 56"/>
            <p:cNvSpPr>
              <a:spLocks/>
            </p:cNvSpPr>
            <p:nvPr/>
          </p:nvSpPr>
          <p:spPr bwMode="auto">
            <a:xfrm>
              <a:off x="2421" y="3154"/>
              <a:ext cx="303" cy="349"/>
            </a:xfrm>
            <a:custGeom>
              <a:avLst/>
              <a:gdLst/>
              <a:ahLst/>
              <a:cxnLst>
                <a:cxn ang="0">
                  <a:pos x="289" y="4"/>
                </a:cxn>
                <a:cxn ang="0">
                  <a:pos x="289" y="4"/>
                </a:cxn>
                <a:cxn ang="0">
                  <a:pos x="275" y="32"/>
                </a:cxn>
                <a:cxn ang="0">
                  <a:pos x="255" y="68"/>
                </a:cxn>
                <a:cxn ang="0">
                  <a:pos x="231" y="110"/>
                </a:cxn>
                <a:cxn ang="0">
                  <a:pos x="199" y="158"/>
                </a:cxn>
                <a:cxn ang="0">
                  <a:pos x="181" y="182"/>
                </a:cxn>
                <a:cxn ang="0">
                  <a:pos x="161" y="206"/>
                </a:cxn>
                <a:cxn ang="0">
                  <a:pos x="139" y="230"/>
                </a:cxn>
                <a:cxn ang="0">
                  <a:pos x="115" y="253"/>
                </a:cxn>
                <a:cxn ang="0">
                  <a:pos x="89" y="277"/>
                </a:cxn>
                <a:cxn ang="0">
                  <a:pos x="64" y="297"/>
                </a:cxn>
                <a:cxn ang="0">
                  <a:pos x="34" y="317"/>
                </a:cxn>
                <a:cxn ang="0">
                  <a:pos x="4" y="335"/>
                </a:cxn>
                <a:cxn ang="0">
                  <a:pos x="4" y="335"/>
                </a:cxn>
                <a:cxn ang="0">
                  <a:pos x="2" y="337"/>
                </a:cxn>
                <a:cxn ang="0">
                  <a:pos x="0" y="339"/>
                </a:cxn>
                <a:cxn ang="0">
                  <a:pos x="0" y="343"/>
                </a:cxn>
                <a:cxn ang="0">
                  <a:pos x="0" y="345"/>
                </a:cxn>
                <a:cxn ang="0">
                  <a:pos x="0" y="345"/>
                </a:cxn>
                <a:cxn ang="0">
                  <a:pos x="2" y="347"/>
                </a:cxn>
                <a:cxn ang="0">
                  <a:pos x="6" y="349"/>
                </a:cxn>
                <a:cxn ang="0">
                  <a:pos x="8" y="349"/>
                </a:cxn>
                <a:cxn ang="0">
                  <a:pos x="12" y="349"/>
                </a:cxn>
                <a:cxn ang="0">
                  <a:pos x="12" y="349"/>
                </a:cxn>
                <a:cxn ang="0">
                  <a:pos x="42" y="331"/>
                </a:cxn>
                <a:cxn ang="0">
                  <a:pos x="72" y="311"/>
                </a:cxn>
                <a:cxn ang="0">
                  <a:pos x="99" y="289"/>
                </a:cxn>
                <a:cxn ang="0">
                  <a:pos x="125" y="267"/>
                </a:cxn>
                <a:cxn ang="0">
                  <a:pos x="149" y="243"/>
                </a:cxn>
                <a:cxn ang="0">
                  <a:pos x="173" y="216"/>
                </a:cxn>
                <a:cxn ang="0">
                  <a:pos x="193" y="192"/>
                </a:cxn>
                <a:cxn ang="0">
                  <a:pos x="211" y="168"/>
                </a:cxn>
                <a:cxn ang="0">
                  <a:pos x="243" y="120"/>
                </a:cxn>
                <a:cxn ang="0">
                  <a:pos x="269" y="76"/>
                </a:cxn>
                <a:cxn ang="0">
                  <a:pos x="289" y="38"/>
                </a:cxn>
                <a:cxn ang="0">
                  <a:pos x="303" y="10"/>
                </a:cxn>
                <a:cxn ang="0">
                  <a:pos x="303" y="10"/>
                </a:cxn>
                <a:cxn ang="0">
                  <a:pos x="303" y="8"/>
                </a:cxn>
                <a:cxn ang="0">
                  <a:pos x="303" y="4"/>
                </a:cxn>
                <a:cxn ang="0">
                  <a:pos x="301" y="2"/>
                </a:cxn>
                <a:cxn ang="0">
                  <a:pos x="299" y="0"/>
                </a:cxn>
                <a:cxn ang="0">
                  <a:pos x="299" y="0"/>
                </a:cxn>
                <a:cxn ang="0">
                  <a:pos x="297" y="0"/>
                </a:cxn>
                <a:cxn ang="0">
                  <a:pos x="293" y="0"/>
                </a:cxn>
                <a:cxn ang="0">
                  <a:pos x="291" y="2"/>
                </a:cxn>
                <a:cxn ang="0">
                  <a:pos x="289" y="4"/>
                </a:cxn>
                <a:cxn ang="0">
                  <a:pos x="289" y="4"/>
                </a:cxn>
              </a:cxnLst>
              <a:rect l="0" t="0" r="r" b="b"/>
              <a:pathLst>
                <a:path w="303" h="349">
                  <a:moveTo>
                    <a:pt x="289" y="4"/>
                  </a:moveTo>
                  <a:lnTo>
                    <a:pt x="289" y="4"/>
                  </a:lnTo>
                  <a:lnTo>
                    <a:pt x="275" y="32"/>
                  </a:lnTo>
                  <a:lnTo>
                    <a:pt x="255" y="68"/>
                  </a:lnTo>
                  <a:lnTo>
                    <a:pt x="231" y="110"/>
                  </a:lnTo>
                  <a:lnTo>
                    <a:pt x="199" y="158"/>
                  </a:lnTo>
                  <a:lnTo>
                    <a:pt x="181" y="182"/>
                  </a:lnTo>
                  <a:lnTo>
                    <a:pt x="161" y="206"/>
                  </a:lnTo>
                  <a:lnTo>
                    <a:pt x="139" y="230"/>
                  </a:lnTo>
                  <a:lnTo>
                    <a:pt x="115" y="253"/>
                  </a:lnTo>
                  <a:lnTo>
                    <a:pt x="89" y="277"/>
                  </a:lnTo>
                  <a:lnTo>
                    <a:pt x="64" y="297"/>
                  </a:lnTo>
                  <a:lnTo>
                    <a:pt x="34" y="317"/>
                  </a:lnTo>
                  <a:lnTo>
                    <a:pt x="4" y="335"/>
                  </a:lnTo>
                  <a:lnTo>
                    <a:pt x="4" y="335"/>
                  </a:lnTo>
                  <a:lnTo>
                    <a:pt x="2" y="337"/>
                  </a:lnTo>
                  <a:lnTo>
                    <a:pt x="0" y="339"/>
                  </a:lnTo>
                  <a:lnTo>
                    <a:pt x="0" y="343"/>
                  </a:lnTo>
                  <a:lnTo>
                    <a:pt x="0" y="345"/>
                  </a:lnTo>
                  <a:lnTo>
                    <a:pt x="0" y="345"/>
                  </a:lnTo>
                  <a:lnTo>
                    <a:pt x="2" y="347"/>
                  </a:lnTo>
                  <a:lnTo>
                    <a:pt x="6" y="349"/>
                  </a:lnTo>
                  <a:lnTo>
                    <a:pt x="8" y="349"/>
                  </a:lnTo>
                  <a:lnTo>
                    <a:pt x="12" y="349"/>
                  </a:lnTo>
                  <a:lnTo>
                    <a:pt x="12" y="349"/>
                  </a:lnTo>
                  <a:lnTo>
                    <a:pt x="42" y="331"/>
                  </a:lnTo>
                  <a:lnTo>
                    <a:pt x="72" y="311"/>
                  </a:lnTo>
                  <a:lnTo>
                    <a:pt x="99" y="289"/>
                  </a:lnTo>
                  <a:lnTo>
                    <a:pt x="125" y="267"/>
                  </a:lnTo>
                  <a:lnTo>
                    <a:pt x="149" y="243"/>
                  </a:lnTo>
                  <a:lnTo>
                    <a:pt x="173" y="216"/>
                  </a:lnTo>
                  <a:lnTo>
                    <a:pt x="193" y="192"/>
                  </a:lnTo>
                  <a:lnTo>
                    <a:pt x="211" y="168"/>
                  </a:lnTo>
                  <a:lnTo>
                    <a:pt x="243" y="120"/>
                  </a:lnTo>
                  <a:lnTo>
                    <a:pt x="269" y="76"/>
                  </a:lnTo>
                  <a:lnTo>
                    <a:pt x="289" y="38"/>
                  </a:lnTo>
                  <a:lnTo>
                    <a:pt x="303" y="10"/>
                  </a:lnTo>
                  <a:lnTo>
                    <a:pt x="303" y="10"/>
                  </a:lnTo>
                  <a:lnTo>
                    <a:pt x="303" y="8"/>
                  </a:lnTo>
                  <a:lnTo>
                    <a:pt x="303" y="4"/>
                  </a:lnTo>
                  <a:lnTo>
                    <a:pt x="301" y="2"/>
                  </a:lnTo>
                  <a:lnTo>
                    <a:pt x="299" y="0"/>
                  </a:lnTo>
                  <a:lnTo>
                    <a:pt x="299" y="0"/>
                  </a:lnTo>
                  <a:lnTo>
                    <a:pt x="297" y="0"/>
                  </a:lnTo>
                  <a:lnTo>
                    <a:pt x="293" y="0"/>
                  </a:lnTo>
                  <a:lnTo>
                    <a:pt x="291" y="2"/>
                  </a:lnTo>
                  <a:lnTo>
                    <a:pt x="289" y="4"/>
                  </a:lnTo>
                  <a:lnTo>
                    <a:pt x="289" y="4"/>
                  </a:lnTo>
                  <a:close/>
                </a:path>
              </a:pathLst>
            </a:custGeom>
            <a:solidFill>
              <a:srgbClr val="AEC2F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Freeform 57"/>
            <p:cNvSpPr>
              <a:spLocks/>
            </p:cNvSpPr>
            <p:nvPr/>
          </p:nvSpPr>
          <p:spPr bwMode="auto">
            <a:xfrm>
              <a:off x="2389" y="3005"/>
              <a:ext cx="421" cy="448"/>
            </a:xfrm>
            <a:custGeom>
              <a:avLst/>
              <a:gdLst/>
              <a:ahLst/>
              <a:cxnLst>
                <a:cxn ang="0">
                  <a:pos x="371" y="38"/>
                </a:cxn>
                <a:cxn ang="0">
                  <a:pos x="319" y="79"/>
                </a:cxn>
                <a:cxn ang="0">
                  <a:pos x="249" y="105"/>
                </a:cxn>
                <a:cxn ang="0">
                  <a:pos x="195" y="121"/>
                </a:cxn>
                <a:cxn ang="0">
                  <a:pos x="161" y="141"/>
                </a:cxn>
                <a:cxn ang="0">
                  <a:pos x="135" y="171"/>
                </a:cxn>
                <a:cxn ang="0">
                  <a:pos x="104" y="235"/>
                </a:cxn>
                <a:cxn ang="0">
                  <a:pos x="92" y="299"/>
                </a:cxn>
                <a:cxn ang="0">
                  <a:pos x="92" y="345"/>
                </a:cxn>
                <a:cxn ang="0">
                  <a:pos x="102" y="402"/>
                </a:cxn>
                <a:cxn ang="0">
                  <a:pos x="52" y="428"/>
                </a:cxn>
                <a:cxn ang="0">
                  <a:pos x="2" y="430"/>
                </a:cxn>
                <a:cxn ang="0">
                  <a:pos x="24" y="448"/>
                </a:cxn>
                <a:cxn ang="0">
                  <a:pos x="82" y="434"/>
                </a:cxn>
                <a:cxn ang="0">
                  <a:pos x="116" y="412"/>
                </a:cxn>
                <a:cxn ang="0">
                  <a:pos x="118" y="404"/>
                </a:cxn>
                <a:cxn ang="0">
                  <a:pos x="108" y="319"/>
                </a:cxn>
                <a:cxn ang="0">
                  <a:pos x="110" y="281"/>
                </a:cxn>
                <a:cxn ang="0">
                  <a:pos x="125" y="221"/>
                </a:cxn>
                <a:cxn ang="0">
                  <a:pos x="163" y="163"/>
                </a:cxn>
                <a:cxn ang="0">
                  <a:pos x="181" y="145"/>
                </a:cxn>
                <a:cxn ang="0">
                  <a:pos x="227" y="127"/>
                </a:cxn>
                <a:cxn ang="0">
                  <a:pos x="287" y="111"/>
                </a:cxn>
                <a:cxn ang="0">
                  <a:pos x="339" y="87"/>
                </a:cxn>
                <a:cxn ang="0">
                  <a:pos x="389" y="40"/>
                </a:cxn>
                <a:cxn ang="0">
                  <a:pos x="401" y="119"/>
                </a:cxn>
                <a:cxn ang="0">
                  <a:pos x="405" y="189"/>
                </a:cxn>
                <a:cxn ang="0">
                  <a:pos x="399" y="271"/>
                </a:cxn>
                <a:cxn ang="0">
                  <a:pos x="375" y="335"/>
                </a:cxn>
                <a:cxn ang="0">
                  <a:pos x="353" y="369"/>
                </a:cxn>
                <a:cxn ang="0">
                  <a:pos x="315" y="400"/>
                </a:cxn>
                <a:cxn ang="0">
                  <a:pos x="271" y="418"/>
                </a:cxn>
                <a:cxn ang="0">
                  <a:pos x="189" y="426"/>
                </a:cxn>
                <a:cxn ang="0">
                  <a:pos x="131" y="438"/>
                </a:cxn>
                <a:cxn ang="0">
                  <a:pos x="187" y="442"/>
                </a:cxn>
                <a:cxn ang="0">
                  <a:pos x="277" y="434"/>
                </a:cxn>
                <a:cxn ang="0">
                  <a:pos x="323" y="414"/>
                </a:cxn>
                <a:cxn ang="0">
                  <a:pos x="365" y="379"/>
                </a:cxn>
                <a:cxn ang="0">
                  <a:pos x="385" y="351"/>
                </a:cxn>
                <a:cxn ang="0">
                  <a:pos x="407" y="301"/>
                </a:cxn>
                <a:cxn ang="0">
                  <a:pos x="419" y="239"/>
                </a:cxn>
                <a:cxn ang="0">
                  <a:pos x="413" y="83"/>
                </a:cxn>
                <a:cxn ang="0">
                  <a:pos x="387" y="16"/>
                </a:cxn>
              </a:cxnLst>
              <a:rect l="0" t="0" r="r" b="b"/>
              <a:pathLst>
                <a:path w="421" h="448">
                  <a:moveTo>
                    <a:pt x="387" y="16"/>
                  </a:moveTo>
                  <a:lnTo>
                    <a:pt x="387" y="16"/>
                  </a:lnTo>
                  <a:lnTo>
                    <a:pt x="371" y="38"/>
                  </a:lnTo>
                  <a:lnTo>
                    <a:pt x="355" y="54"/>
                  </a:lnTo>
                  <a:lnTo>
                    <a:pt x="337" y="68"/>
                  </a:lnTo>
                  <a:lnTo>
                    <a:pt x="319" y="79"/>
                  </a:lnTo>
                  <a:lnTo>
                    <a:pt x="303" y="89"/>
                  </a:lnTo>
                  <a:lnTo>
                    <a:pt x="285" y="95"/>
                  </a:lnTo>
                  <a:lnTo>
                    <a:pt x="249" y="105"/>
                  </a:lnTo>
                  <a:lnTo>
                    <a:pt x="249" y="105"/>
                  </a:lnTo>
                  <a:lnTo>
                    <a:pt x="221" y="111"/>
                  </a:lnTo>
                  <a:lnTo>
                    <a:pt x="195" y="121"/>
                  </a:lnTo>
                  <a:lnTo>
                    <a:pt x="183" y="125"/>
                  </a:lnTo>
                  <a:lnTo>
                    <a:pt x="173" y="133"/>
                  </a:lnTo>
                  <a:lnTo>
                    <a:pt x="161" y="141"/>
                  </a:lnTo>
                  <a:lnTo>
                    <a:pt x="151" y="151"/>
                  </a:lnTo>
                  <a:lnTo>
                    <a:pt x="151" y="151"/>
                  </a:lnTo>
                  <a:lnTo>
                    <a:pt x="135" y="171"/>
                  </a:lnTo>
                  <a:lnTo>
                    <a:pt x="121" y="193"/>
                  </a:lnTo>
                  <a:lnTo>
                    <a:pt x="112" y="215"/>
                  </a:lnTo>
                  <a:lnTo>
                    <a:pt x="104" y="235"/>
                  </a:lnTo>
                  <a:lnTo>
                    <a:pt x="98" y="257"/>
                  </a:lnTo>
                  <a:lnTo>
                    <a:pt x="94" y="279"/>
                  </a:lnTo>
                  <a:lnTo>
                    <a:pt x="92" y="299"/>
                  </a:lnTo>
                  <a:lnTo>
                    <a:pt x="92" y="319"/>
                  </a:lnTo>
                  <a:lnTo>
                    <a:pt x="92" y="319"/>
                  </a:lnTo>
                  <a:lnTo>
                    <a:pt x="92" y="345"/>
                  </a:lnTo>
                  <a:lnTo>
                    <a:pt x="94" y="367"/>
                  </a:lnTo>
                  <a:lnTo>
                    <a:pt x="102" y="402"/>
                  </a:lnTo>
                  <a:lnTo>
                    <a:pt x="102" y="402"/>
                  </a:lnTo>
                  <a:lnTo>
                    <a:pt x="88" y="412"/>
                  </a:lnTo>
                  <a:lnTo>
                    <a:pt x="66" y="424"/>
                  </a:lnTo>
                  <a:lnTo>
                    <a:pt x="52" y="428"/>
                  </a:lnTo>
                  <a:lnTo>
                    <a:pt x="36" y="430"/>
                  </a:lnTo>
                  <a:lnTo>
                    <a:pt x="20" y="432"/>
                  </a:lnTo>
                  <a:lnTo>
                    <a:pt x="2" y="43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24" y="448"/>
                  </a:lnTo>
                  <a:lnTo>
                    <a:pt x="44" y="446"/>
                  </a:lnTo>
                  <a:lnTo>
                    <a:pt x="64" y="440"/>
                  </a:lnTo>
                  <a:lnTo>
                    <a:pt x="82" y="434"/>
                  </a:lnTo>
                  <a:lnTo>
                    <a:pt x="96" y="426"/>
                  </a:lnTo>
                  <a:lnTo>
                    <a:pt x="106" y="420"/>
                  </a:lnTo>
                  <a:lnTo>
                    <a:pt x="116" y="412"/>
                  </a:lnTo>
                  <a:lnTo>
                    <a:pt x="119" y="408"/>
                  </a:lnTo>
                  <a:lnTo>
                    <a:pt x="118" y="404"/>
                  </a:lnTo>
                  <a:lnTo>
                    <a:pt x="118" y="404"/>
                  </a:lnTo>
                  <a:lnTo>
                    <a:pt x="112" y="369"/>
                  </a:lnTo>
                  <a:lnTo>
                    <a:pt x="108" y="347"/>
                  </a:lnTo>
                  <a:lnTo>
                    <a:pt x="108" y="319"/>
                  </a:lnTo>
                  <a:lnTo>
                    <a:pt x="108" y="319"/>
                  </a:lnTo>
                  <a:lnTo>
                    <a:pt x="108" y="301"/>
                  </a:lnTo>
                  <a:lnTo>
                    <a:pt x="110" y="281"/>
                  </a:lnTo>
                  <a:lnTo>
                    <a:pt x="114" y="261"/>
                  </a:lnTo>
                  <a:lnTo>
                    <a:pt x="118" y="241"/>
                  </a:lnTo>
                  <a:lnTo>
                    <a:pt x="125" y="221"/>
                  </a:lnTo>
                  <a:lnTo>
                    <a:pt x="135" y="201"/>
                  </a:lnTo>
                  <a:lnTo>
                    <a:pt x="147" y="181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71" y="153"/>
                  </a:lnTo>
                  <a:lnTo>
                    <a:pt x="181" y="145"/>
                  </a:lnTo>
                  <a:lnTo>
                    <a:pt x="191" y="139"/>
                  </a:lnTo>
                  <a:lnTo>
                    <a:pt x="203" y="135"/>
                  </a:lnTo>
                  <a:lnTo>
                    <a:pt x="227" y="127"/>
                  </a:lnTo>
                  <a:lnTo>
                    <a:pt x="251" y="119"/>
                  </a:lnTo>
                  <a:lnTo>
                    <a:pt x="251" y="119"/>
                  </a:lnTo>
                  <a:lnTo>
                    <a:pt x="287" y="111"/>
                  </a:lnTo>
                  <a:lnTo>
                    <a:pt x="303" y="105"/>
                  </a:lnTo>
                  <a:lnTo>
                    <a:pt x="321" y="97"/>
                  </a:lnTo>
                  <a:lnTo>
                    <a:pt x="339" y="87"/>
                  </a:lnTo>
                  <a:lnTo>
                    <a:pt x="357" y="74"/>
                  </a:lnTo>
                  <a:lnTo>
                    <a:pt x="373" y="58"/>
                  </a:lnTo>
                  <a:lnTo>
                    <a:pt x="389" y="40"/>
                  </a:lnTo>
                  <a:lnTo>
                    <a:pt x="389" y="40"/>
                  </a:lnTo>
                  <a:lnTo>
                    <a:pt x="397" y="81"/>
                  </a:lnTo>
                  <a:lnTo>
                    <a:pt x="401" y="119"/>
                  </a:lnTo>
                  <a:lnTo>
                    <a:pt x="405" y="155"/>
                  </a:lnTo>
                  <a:lnTo>
                    <a:pt x="405" y="189"/>
                  </a:lnTo>
                  <a:lnTo>
                    <a:pt x="405" y="189"/>
                  </a:lnTo>
                  <a:lnTo>
                    <a:pt x="405" y="217"/>
                  </a:lnTo>
                  <a:lnTo>
                    <a:pt x="403" y="245"/>
                  </a:lnTo>
                  <a:lnTo>
                    <a:pt x="399" y="271"/>
                  </a:lnTo>
                  <a:lnTo>
                    <a:pt x="393" y="293"/>
                  </a:lnTo>
                  <a:lnTo>
                    <a:pt x="385" y="315"/>
                  </a:lnTo>
                  <a:lnTo>
                    <a:pt x="375" y="335"/>
                  </a:lnTo>
                  <a:lnTo>
                    <a:pt x="365" y="353"/>
                  </a:lnTo>
                  <a:lnTo>
                    <a:pt x="353" y="369"/>
                  </a:lnTo>
                  <a:lnTo>
                    <a:pt x="353" y="369"/>
                  </a:lnTo>
                  <a:lnTo>
                    <a:pt x="341" y="381"/>
                  </a:lnTo>
                  <a:lnTo>
                    <a:pt x="327" y="392"/>
                  </a:lnTo>
                  <a:lnTo>
                    <a:pt x="315" y="400"/>
                  </a:lnTo>
                  <a:lnTo>
                    <a:pt x="301" y="408"/>
                  </a:lnTo>
                  <a:lnTo>
                    <a:pt x="287" y="414"/>
                  </a:lnTo>
                  <a:lnTo>
                    <a:pt x="271" y="418"/>
                  </a:lnTo>
                  <a:lnTo>
                    <a:pt x="243" y="424"/>
                  </a:lnTo>
                  <a:lnTo>
                    <a:pt x="215" y="426"/>
                  </a:lnTo>
                  <a:lnTo>
                    <a:pt x="189" y="426"/>
                  </a:lnTo>
                  <a:lnTo>
                    <a:pt x="145" y="424"/>
                  </a:lnTo>
                  <a:lnTo>
                    <a:pt x="133" y="422"/>
                  </a:lnTo>
                  <a:lnTo>
                    <a:pt x="131" y="438"/>
                  </a:lnTo>
                  <a:lnTo>
                    <a:pt x="143" y="440"/>
                  </a:lnTo>
                  <a:lnTo>
                    <a:pt x="143" y="440"/>
                  </a:lnTo>
                  <a:lnTo>
                    <a:pt x="187" y="442"/>
                  </a:lnTo>
                  <a:lnTo>
                    <a:pt x="215" y="442"/>
                  </a:lnTo>
                  <a:lnTo>
                    <a:pt x="245" y="440"/>
                  </a:lnTo>
                  <a:lnTo>
                    <a:pt x="277" y="434"/>
                  </a:lnTo>
                  <a:lnTo>
                    <a:pt x="293" y="428"/>
                  </a:lnTo>
                  <a:lnTo>
                    <a:pt x="307" y="422"/>
                  </a:lnTo>
                  <a:lnTo>
                    <a:pt x="323" y="414"/>
                  </a:lnTo>
                  <a:lnTo>
                    <a:pt x="337" y="404"/>
                  </a:lnTo>
                  <a:lnTo>
                    <a:pt x="351" y="394"/>
                  </a:lnTo>
                  <a:lnTo>
                    <a:pt x="365" y="379"/>
                  </a:lnTo>
                  <a:lnTo>
                    <a:pt x="365" y="379"/>
                  </a:lnTo>
                  <a:lnTo>
                    <a:pt x="375" y="367"/>
                  </a:lnTo>
                  <a:lnTo>
                    <a:pt x="385" y="351"/>
                  </a:lnTo>
                  <a:lnTo>
                    <a:pt x="393" y="337"/>
                  </a:lnTo>
                  <a:lnTo>
                    <a:pt x="401" y="319"/>
                  </a:lnTo>
                  <a:lnTo>
                    <a:pt x="407" y="301"/>
                  </a:lnTo>
                  <a:lnTo>
                    <a:pt x="413" y="281"/>
                  </a:lnTo>
                  <a:lnTo>
                    <a:pt x="417" y="261"/>
                  </a:lnTo>
                  <a:lnTo>
                    <a:pt x="419" y="239"/>
                  </a:lnTo>
                  <a:lnTo>
                    <a:pt x="421" y="191"/>
                  </a:lnTo>
                  <a:lnTo>
                    <a:pt x="419" y="139"/>
                  </a:lnTo>
                  <a:lnTo>
                    <a:pt x="413" y="83"/>
                  </a:lnTo>
                  <a:lnTo>
                    <a:pt x="403" y="20"/>
                  </a:lnTo>
                  <a:lnTo>
                    <a:pt x="399" y="0"/>
                  </a:lnTo>
                  <a:lnTo>
                    <a:pt x="387" y="16"/>
                  </a:lnTo>
                  <a:close/>
                </a:path>
              </a:pathLst>
            </a:custGeom>
            <a:solidFill>
              <a:srgbClr val="AEC2F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124744" y="1691680"/>
            <a:ext cx="47525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돋움" panose="020B0504000101010101" pitchFamily="50" charset="-127"/>
                <a:ea typeface="함초롬돋움" panose="020B0504000101010101" pitchFamily="50" charset="-127"/>
                <a:cs typeface="함초롬돋움" panose="020B0504000101010101" pitchFamily="50" charset="-127"/>
              </a:rPr>
              <a:t>우 울 증 </a:t>
            </a:r>
            <a:r>
              <a:rPr lang="en-US" altLang="ko-KR" sz="6000" b="1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돋움" panose="020B0504000101010101" pitchFamily="50" charset="-127"/>
                <a:ea typeface="함초롬돋움" panose="020B0504000101010101" pitchFamily="50" charset="-127"/>
                <a:cs typeface="함초롬돋움" panose="020B0504000101010101" pitchFamily="50" charset="-127"/>
              </a:rPr>
              <a:t/>
            </a:r>
            <a:br>
              <a:rPr lang="en-US" altLang="ko-KR" sz="6000" b="1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돋움" panose="020B0504000101010101" pitchFamily="50" charset="-127"/>
                <a:ea typeface="함초롬돋움" panose="020B0504000101010101" pitchFamily="50" charset="-127"/>
                <a:cs typeface="함초롬돋움" panose="020B0504000101010101" pitchFamily="50" charset="-127"/>
              </a:rPr>
            </a:br>
            <a:r>
              <a:rPr lang="ko-KR" altLang="en-US" sz="6000" b="1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돋움" panose="020B0504000101010101" pitchFamily="50" charset="-127"/>
                <a:ea typeface="함초롬돋움" panose="020B0504000101010101" pitchFamily="50" charset="-127"/>
                <a:cs typeface="함초롬돋움" panose="020B0504000101010101" pitchFamily="50" charset="-127"/>
              </a:rPr>
              <a:t>극 복 하 기</a:t>
            </a:r>
            <a:endParaRPr lang="en-US" altLang="ko-KR" sz="6000" b="1" spc="-150" dirty="0">
              <a:ln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함초롬돋움" panose="020B0504000101010101" pitchFamily="50" charset="-127"/>
              <a:ea typeface="함초롬돋움" panose="020B0504000101010101" pitchFamily="50" charset="-127"/>
              <a:cs typeface="함초롬돋움" panose="020B0504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6632" y="107504"/>
            <a:ext cx="6624736" cy="8999426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76672" y="611560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latin typeface="함초롬돋움" panose="020B0504000101010101" pitchFamily="50" charset="-127"/>
                <a:ea typeface="함초롬돋움" panose="020B0504000101010101" pitchFamily="50" charset="-127"/>
                <a:cs typeface="함초롬돋움" panose="020B0504000101010101" pitchFamily="50" charset="-127"/>
              </a:rPr>
              <a:t>서울대학교병원 집단치료프로그램</a:t>
            </a:r>
            <a:endParaRPr lang="ko-KR" altLang="en-US" b="1">
              <a:latin typeface="함초롬돋움" panose="020B0504000101010101" pitchFamily="50" charset="-127"/>
              <a:ea typeface="함초롬돋움" panose="020B0504000101010101" pitchFamily="50" charset="-127"/>
              <a:cs typeface="함초롬돋움" panose="020B05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523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각 삼각형 2"/>
          <p:cNvSpPr/>
          <p:nvPr/>
        </p:nvSpPr>
        <p:spPr>
          <a:xfrm>
            <a:off x="-16278" y="7319797"/>
            <a:ext cx="2106234" cy="1824203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직각 삼각형 3"/>
          <p:cNvSpPr/>
          <p:nvPr/>
        </p:nvSpPr>
        <p:spPr>
          <a:xfrm flipH="1" flipV="1">
            <a:off x="4433968" y="1"/>
            <a:ext cx="2447292" cy="2400267"/>
          </a:xfrm>
          <a:prstGeom prst="rt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-243408" y="6684235"/>
            <a:ext cx="2538282" cy="25922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4161842" y="-228533"/>
            <a:ext cx="2862318" cy="316835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84784" y="1907704"/>
            <a:ext cx="3841515" cy="2420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5400" b="1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우울증 </a:t>
            </a:r>
            <a:r>
              <a:rPr lang="en-US" altLang="ko-KR" sz="5400" b="1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/>
            </a:r>
            <a:br>
              <a:rPr lang="en-US" altLang="ko-KR" sz="5400" b="1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</a:br>
            <a:r>
              <a:rPr lang="ko-KR" altLang="en-US" sz="5400" b="1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극복하기</a:t>
            </a:r>
            <a:endParaRPr lang="en-US" altLang="ko-KR" sz="5400" b="1" spc="-150" dirty="0">
              <a:ln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grpSp>
        <p:nvGrpSpPr>
          <p:cNvPr id="2" name="그룹 20"/>
          <p:cNvGrpSpPr/>
          <p:nvPr/>
        </p:nvGrpSpPr>
        <p:grpSpPr>
          <a:xfrm>
            <a:off x="620688" y="971600"/>
            <a:ext cx="5411429" cy="6191293"/>
            <a:chOff x="3059832" y="3140968"/>
            <a:chExt cx="2919865" cy="846546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455876" y="3675724"/>
              <a:ext cx="223224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3347864" y="3212976"/>
              <a:ext cx="0" cy="72008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3059832" y="3217218"/>
              <a:ext cx="2016224" cy="576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>
            <a:xfrm flipV="1">
              <a:off x="5705475" y="3428381"/>
              <a:ext cx="0" cy="559133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5431253" y="3750014"/>
              <a:ext cx="54844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3347864" y="3140968"/>
              <a:ext cx="0" cy="21663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 flipH="1">
              <a:off x="5148066" y="3217218"/>
              <a:ext cx="504054" cy="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1124744" y="1187624"/>
            <a:ext cx="351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pc="-150" dirty="0" smtClean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black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서울대학교병원  집단치료프로그램</a:t>
            </a:r>
            <a:endParaRPr lang="en-US" altLang="ko-KR" sz="1400" spc="-150" dirty="0">
              <a:ln>
                <a:solidFill>
                  <a:prstClr val="black">
                    <a:alpha val="20000"/>
                  </a:prstClr>
                </a:solidFill>
              </a:ln>
              <a:solidFill>
                <a:prstClr val="black"/>
              </a:solidFill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251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9</Words>
  <Application>Microsoft Office PowerPoint</Application>
  <PresentationFormat>화면 슬라이드 쇼(4:3)</PresentationFormat>
  <Paragraphs>5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함초롬돋움</vt:lpstr>
      <vt:lpstr>함초롬바탕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우울증 극복하기</dc:title>
  <dc:creator>snuh</dc:creator>
  <cp:lastModifiedBy>SNUH</cp:lastModifiedBy>
  <cp:revision>4</cp:revision>
  <cp:lastPrinted>2015-09-09T05:51:52Z</cp:lastPrinted>
  <dcterms:created xsi:type="dcterms:W3CDTF">2015-09-09T05:23:08Z</dcterms:created>
  <dcterms:modified xsi:type="dcterms:W3CDTF">2015-09-09T05:51:58Z</dcterms:modified>
</cp:coreProperties>
</file>